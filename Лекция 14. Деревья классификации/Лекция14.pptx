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49" r:id="rId2"/>
    <p:sldMasterId id="2147483651" r:id="rId3"/>
  </p:sldMasterIdLst>
  <p:sldIdLst>
    <p:sldId id="308" r:id="rId4"/>
    <p:sldId id="309" r:id="rId5"/>
    <p:sldId id="310" r:id="rId6"/>
    <p:sldId id="311" r:id="rId7"/>
    <p:sldId id="409" r:id="rId8"/>
    <p:sldId id="403" r:id="rId9"/>
    <p:sldId id="404" r:id="rId10"/>
    <p:sldId id="317" r:id="rId11"/>
    <p:sldId id="318" r:id="rId12"/>
    <p:sldId id="319" r:id="rId13"/>
    <p:sldId id="328" r:id="rId14"/>
    <p:sldId id="332" r:id="rId15"/>
    <p:sldId id="333" r:id="rId16"/>
    <p:sldId id="344" r:id="rId17"/>
    <p:sldId id="407" r:id="rId18"/>
    <p:sldId id="408" r:id="rId19"/>
    <p:sldId id="410" r:id="rId20"/>
    <p:sldId id="411" r:id="rId21"/>
    <p:sldId id="412" r:id="rId22"/>
    <p:sldId id="413" r:id="rId23"/>
    <p:sldId id="415" r:id="rId24"/>
    <p:sldId id="414" r:id="rId25"/>
    <p:sldId id="419" r:id="rId26"/>
    <p:sldId id="416" r:id="rId27"/>
    <p:sldId id="417" r:id="rId28"/>
    <p:sldId id="418" r:id="rId29"/>
    <p:sldId id="420" r:id="rId30"/>
    <p:sldId id="421" r:id="rId31"/>
    <p:sldId id="345" r:id="rId32"/>
    <p:sldId id="393" r:id="rId33"/>
    <p:sldId id="398" r:id="rId34"/>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24" autoAdjust="0"/>
    <p:restoredTop sz="94660"/>
  </p:normalViewPr>
  <p:slideViewPr>
    <p:cSldViewPr>
      <p:cViewPr varScale="1">
        <p:scale>
          <a:sx n="63" d="100"/>
          <a:sy n="63" d="100"/>
        </p:scale>
        <p:origin x="1392"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ru-RU"/>
              <a:t>Образец подзаголовка</a:t>
            </a:r>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fld id="{1BEE0A0F-864B-4EDD-B676-B5EDAD0B851F}" type="slidenum">
              <a:rPr lang="ru-RU" altLang="ru-RU"/>
              <a:pPr/>
              <a:t>‹#›</a:t>
            </a:fld>
            <a:endParaRPr lang="ru-RU" alt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fld id="{8FA92C95-A53D-4A79-A05D-4EA652DE2DA6}" type="slidenum">
              <a:rPr lang="ru-RU" altLang="ru-RU"/>
              <a:pPr/>
              <a:t>‹#›</a:t>
            </a:fld>
            <a:endParaRPr lang="ru-RU" alt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a:t>Образец текста</a:t>
            </a:r>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fld id="{D8F04C0C-7674-4FBA-A0F7-DED2150707AD}" type="slidenum">
              <a:rPr lang="ru-RU" altLang="ru-RU"/>
              <a:pPr/>
              <a:t>‹#›</a:t>
            </a:fld>
            <a:endParaRPr lang="ru-RU" alt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Rectangle 4"/>
          <p:cNvSpPr>
            <a:spLocks noGrp="1" noChangeArrowheads="1"/>
          </p:cNvSpPr>
          <p:nvPr>
            <p:ph type="dt" sz="half" idx="10"/>
          </p:nvPr>
        </p:nvSpPr>
        <p:spPr>
          <a:ln/>
        </p:spPr>
        <p:txBody>
          <a:bodyPr/>
          <a:lstStyle>
            <a:lvl1pPr>
              <a:defRPr/>
            </a:lvl1pPr>
          </a:lstStyle>
          <a:p>
            <a:pPr>
              <a:defRPr/>
            </a:pPr>
            <a:endParaRPr lang="ru-RU"/>
          </a:p>
        </p:txBody>
      </p:sp>
      <p:sp>
        <p:nvSpPr>
          <p:cNvPr id="6" name="Rectangle 5"/>
          <p:cNvSpPr>
            <a:spLocks noGrp="1" noChangeArrowheads="1"/>
          </p:cNvSpPr>
          <p:nvPr>
            <p:ph type="ftr" sz="quarter" idx="11"/>
          </p:nvPr>
        </p:nvSpPr>
        <p:spPr>
          <a:ln/>
        </p:spPr>
        <p:txBody>
          <a:bodyPr/>
          <a:lstStyle>
            <a:lvl1pPr>
              <a:defRPr/>
            </a:lvl1pPr>
          </a:lstStyle>
          <a:p>
            <a:pPr>
              <a:defRPr/>
            </a:pPr>
            <a:endParaRPr lang="ru-RU"/>
          </a:p>
        </p:txBody>
      </p:sp>
      <p:sp>
        <p:nvSpPr>
          <p:cNvPr id="7" name="Rectangle 6"/>
          <p:cNvSpPr>
            <a:spLocks noGrp="1" noChangeArrowheads="1"/>
          </p:cNvSpPr>
          <p:nvPr>
            <p:ph type="sldNum" sz="quarter" idx="12"/>
          </p:nvPr>
        </p:nvSpPr>
        <p:spPr>
          <a:ln/>
        </p:spPr>
        <p:txBody>
          <a:bodyPr/>
          <a:lstStyle>
            <a:lvl1pPr>
              <a:defRPr/>
            </a:lvl1pPr>
          </a:lstStyle>
          <a:p>
            <a:fld id="{E0002A2A-BE12-4478-A7BD-9ACB71C68FD7}" type="slidenum">
              <a:rPr lang="ru-RU" altLang="ru-RU"/>
              <a:pPr/>
              <a:t>‹#›</a:t>
            </a:fld>
            <a:endParaRPr lang="ru-RU" alt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Rectangle 4"/>
          <p:cNvSpPr>
            <a:spLocks noGrp="1" noChangeArrowheads="1"/>
          </p:cNvSpPr>
          <p:nvPr>
            <p:ph type="dt" sz="half" idx="10"/>
          </p:nvPr>
        </p:nvSpPr>
        <p:spPr>
          <a:ln/>
        </p:spPr>
        <p:txBody>
          <a:bodyPr/>
          <a:lstStyle>
            <a:lvl1pPr>
              <a:defRPr/>
            </a:lvl1pPr>
          </a:lstStyle>
          <a:p>
            <a:pPr>
              <a:defRPr/>
            </a:pPr>
            <a:endParaRPr lang="ru-RU"/>
          </a:p>
        </p:txBody>
      </p:sp>
      <p:sp>
        <p:nvSpPr>
          <p:cNvPr id="8" name="Rectangle 5"/>
          <p:cNvSpPr>
            <a:spLocks noGrp="1" noChangeArrowheads="1"/>
          </p:cNvSpPr>
          <p:nvPr>
            <p:ph type="ftr" sz="quarter" idx="11"/>
          </p:nvPr>
        </p:nvSpPr>
        <p:spPr>
          <a:ln/>
        </p:spPr>
        <p:txBody>
          <a:bodyPr/>
          <a:lstStyle>
            <a:lvl1pPr>
              <a:defRPr/>
            </a:lvl1pPr>
          </a:lstStyle>
          <a:p>
            <a:pPr>
              <a:defRPr/>
            </a:pPr>
            <a:endParaRPr lang="ru-RU"/>
          </a:p>
        </p:txBody>
      </p:sp>
      <p:sp>
        <p:nvSpPr>
          <p:cNvPr id="9" name="Rectangle 6"/>
          <p:cNvSpPr>
            <a:spLocks noGrp="1" noChangeArrowheads="1"/>
          </p:cNvSpPr>
          <p:nvPr>
            <p:ph type="sldNum" sz="quarter" idx="12"/>
          </p:nvPr>
        </p:nvSpPr>
        <p:spPr>
          <a:ln/>
        </p:spPr>
        <p:txBody>
          <a:bodyPr/>
          <a:lstStyle>
            <a:lvl1pPr>
              <a:defRPr/>
            </a:lvl1pPr>
          </a:lstStyle>
          <a:p>
            <a:fld id="{2E028B42-AB4D-4E40-B81F-63EA57BFDC6A}" type="slidenum">
              <a:rPr lang="ru-RU" altLang="ru-RU"/>
              <a:pPr/>
              <a:t>‹#›</a:t>
            </a:fld>
            <a:endParaRPr lang="ru-RU" alt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Rectangle 4"/>
          <p:cNvSpPr>
            <a:spLocks noGrp="1" noChangeArrowheads="1"/>
          </p:cNvSpPr>
          <p:nvPr>
            <p:ph type="dt" sz="half" idx="10"/>
          </p:nvPr>
        </p:nvSpPr>
        <p:spPr>
          <a:ln/>
        </p:spPr>
        <p:txBody>
          <a:bodyPr/>
          <a:lstStyle>
            <a:lvl1pPr>
              <a:defRPr/>
            </a:lvl1pPr>
          </a:lstStyle>
          <a:p>
            <a:pPr>
              <a:defRPr/>
            </a:pPr>
            <a:endParaRPr lang="ru-RU"/>
          </a:p>
        </p:txBody>
      </p:sp>
      <p:sp>
        <p:nvSpPr>
          <p:cNvPr id="4" name="Rectangle 5"/>
          <p:cNvSpPr>
            <a:spLocks noGrp="1" noChangeArrowheads="1"/>
          </p:cNvSpPr>
          <p:nvPr>
            <p:ph type="ftr" sz="quarter" idx="11"/>
          </p:nvPr>
        </p:nvSpPr>
        <p:spPr>
          <a:ln/>
        </p:spPr>
        <p:txBody>
          <a:bodyPr/>
          <a:lstStyle>
            <a:lvl1pPr>
              <a:defRPr/>
            </a:lvl1pPr>
          </a:lstStyle>
          <a:p>
            <a:pPr>
              <a:defRPr/>
            </a:pPr>
            <a:endParaRPr lang="ru-RU"/>
          </a:p>
        </p:txBody>
      </p:sp>
      <p:sp>
        <p:nvSpPr>
          <p:cNvPr id="5" name="Rectangle 6"/>
          <p:cNvSpPr>
            <a:spLocks noGrp="1" noChangeArrowheads="1"/>
          </p:cNvSpPr>
          <p:nvPr>
            <p:ph type="sldNum" sz="quarter" idx="12"/>
          </p:nvPr>
        </p:nvSpPr>
        <p:spPr>
          <a:ln/>
        </p:spPr>
        <p:txBody>
          <a:bodyPr/>
          <a:lstStyle>
            <a:lvl1pPr>
              <a:defRPr/>
            </a:lvl1pPr>
          </a:lstStyle>
          <a:p>
            <a:fld id="{9B6878F7-D761-444E-A749-9E5DB08B30B8}" type="slidenum">
              <a:rPr lang="ru-RU" altLang="ru-RU"/>
              <a:pPr/>
              <a:t>‹#›</a:t>
            </a:fld>
            <a:endParaRPr lang="ru-RU" alt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ru-RU"/>
          </a:p>
        </p:txBody>
      </p:sp>
      <p:sp>
        <p:nvSpPr>
          <p:cNvPr id="3" name="Rectangle 5"/>
          <p:cNvSpPr>
            <a:spLocks noGrp="1" noChangeArrowheads="1"/>
          </p:cNvSpPr>
          <p:nvPr>
            <p:ph type="ftr" sz="quarter" idx="11"/>
          </p:nvPr>
        </p:nvSpPr>
        <p:spPr>
          <a:ln/>
        </p:spPr>
        <p:txBody>
          <a:bodyPr/>
          <a:lstStyle>
            <a:lvl1pPr>
              <a:defRPr/>
            </a:lvl1pPr>
          </a:lstStyle>
          <a:p>
            <a:pPr>
              <a:defRPr/>
            </a:pPr>
            <a:endParaRPr lang="ru-RU"/>
          </a:p>
        </p:txBody>
      </p:sp>
      <p:sp>
        <p:nvSpPr>
          <p:cNvPr id="4" name="Rectangle 6"/>
          <p:cNvSpPr>
            <a:spLocks noGrp="1" noChangeArrowheads="1"/>
          </p:cNvSpPr>
          <p:nvPr>
            <p:ph type="sldNum" sz="quarter" idx="12"/>
          </p:nvPr>
        </p:nvSpPr>
        <p:spPr>
          <a:ln/>
        </p:spPr>
        <p:txBody>
          <a:bodyPr/>
          <a:lstStyle>
            <a:lvl1pPr>
              <a:defRPr/>
            </a:lvl1pPr>
          </a:lstStyle>
          <a:p>
            <a:fld id="{DC2101C8-AFAD-49C1-B9F6-DB6A1300EC5B}" type="slidenum">
              <a:rPr lang="ru-RU" altLang="ru-RU"/>
              <a:pPr/>
              <a:t>‹#›</a:t>
            </a:fld>
            <a:endParaRPr lang="ru-RU" alt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4"/>
          <p:cNvSpPr>
            <a:spLocks noGrp="1" noChangeArrowheads="1"/>
          </p:cNvSpPr>
          <p:nvPr>
            <p:ph type="dt" sz="half" idx="10"/>
          </p:nvPr>
        </p:nvSpPr>
        <p:spPr>
          <a:ln/>
        </p:spPr>
        <p:txBody>
          <a:bodyPr/>
          <a:lstStyle>
            <a:lvl1pPr>
              <a:defRPr/>
            </a:lvl1pPr>
          </a:lstStyle>
          <a:p>
            <a:pPr>
              <a:defRPr/>
            </a:pPr>
            <a:endParaRPr lang="ru-RU"/>
          </a:p>
        </p:txBody>
      </p:sp>
      <p:sp>
        <p:nvSpPr>
          <p:cNvPr id="6" name="Rectangle 5"/>
          <p:cNvSpPr>
            <a:spLocks noGrp="1" noChangeArrowheads="1"/>
          </p:cNvSpPr>
          <p:nvPr>
            <p:ph type="ftr" sz="quarter" idx="11"/>
          </p:nvPr>
        </p:nvSpPr>
        <p:spPr>
          <a:ln/>
        </p:spPr>
        <p:txBody>
          <a:bodyPr/>
          <a:lstStyle>
            <a:lvl1pPr>
              <a:defRPr/>
            </a:lvl1pPr>
          </a:lstStyle>
          <a:p>
            <a:pPr>
              <a:defRPr/>
            </a:pPr>
            <a:endParaRPr lang="ru-RU"/>
          </a:p>
        </p:txBody>
      </p:sp>
      <p:sp>
        <p:nvSpPr>
          <p:cNvPr id="7" name="Rectangle 6"/>
          <p:cNvSpPr>
            <a:spLocks noGrp="1" noChangeArrowheads="1"/>
          </p:cNvSpPr>
          <p:nvPr>
            <p:ph type="sldNum" sz="quarter" idx="12"/>
          </p:nvPr>
        </p:nvSpPr>
        <p:spPr>
          <a:ln/>
        </p:spPr>
        <p:txBody>
          <a:bodyPr/>
          <a:lstStyle>
            <a:lvl1pPr>
              <a:defRPr/>
            </a:lvl1pPr>
          </a:lstStyle>
          <a:p>
            <a:fld id="{278DB9AE-18DB-4476-8728-F67DE5506DA8}" type="slidenum">
              <a:rPr lang="ru-RU" altLang="ru-RU"/>
              <a:pPr/>
              <a:t>‹#›</a:t>
            </a:fld>
            <a:endParaRPr lang="ru-RU" alt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4"/>
          <p:cNvSpPr>
            <a:spLocks noGrp="1" noChangeArrowheads="1"/>
          </p:cNvSpPr>
          <p:nvPr>
            <p:ph type="dt" sz="half" idx="10"/>
          </p:nvPr>
        </p:nvSpPr>
        <p:spPr>
          <a:ln/>
        </p:spPr>
        <p:txBody>
          <a:bodyPr/>
          <a:lstStyle>
            <a:lvl1pPr>
              <a:defRPr/>
            </a:lvl1pPr>
          </a:lstStyle>
          <a:p>
            <a:pPr>
              <a:defRPr/>
            </a:pPr>
            <a:endParaRPr lang="ru-RU"/>
          </a:p>
        </p:txBody>
      </p:sp>
      <p:sp>
        <p:nvSpPr>
          <p:cNvPr id="6" name="Rectangle 5"/>
          <p:cNvSpPr>
            <a:spLocks noGrp="1" noChangeArrowheads="1"/>
          </p:cNvSpPr>
          <p:nvPr>
            <p:ph type="ftr" sz="quarter" idx="11"/>
          </p:nvPr>
        </p:nvSpPr>
        <p:spPr>
          <a:ln/>
        </p:spPr>
        <p:txBody>
          <a:bodyPr/>
          <a:lstStyle>
            <a:lvl1pPr>
              <a:defRPr/>
            </a:lvl1pPr>
          </a:lstStyle>
          <a:p>
            <a:pPr>
              <a:defRPr/>
            </a:pPr>
            <a:endParaRPr lang="ru-RU"/>
          </a:p>
        </p:txBody>
      </p:sp>
      <p:sp>
        <p:nvSpPr>
          <p:cNvPr id="7" name="Rectangle 6"/>
          <p:cNvSpPr>
            <a:spLocks noGrp="1" noChangeArrowheads="1"/>
          </p:cNvSpPr>
          <p:nvPr>
            <p:ph type="sldNum" sz="quarter" idx="12"/>
          </p:nvPr>
        </p:nvSpPr>
        <p:spPr>
          <a:ln/>
        </p:spPr>
        <p:txBody>
          <a:bodyPr/>
          <a:lstStyle>
            <a:lvl1pPr>
              <a:defRPr/>
            </a:lvl1pPr>
          </a:lstStyle>
          <a:p>
            <a:fld id="{AD10469B-09F8-40F8-B426-CB133EA1332F}" type="slidenum">
              <a:rPr lang="ru-RU" altLang="ru-RU"/>
              <a:pPr/>
              <a:t>‹#›</a:t>
            </a:fld>
            <a:endParaRPr lang="ru-RU" alt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fld id="{39892AB6-0CF7-440F-A837-9D0EDF30948D}" type="slidenum">
              <a:rPr lang="ru-RU" altLang="ru-RU"/>
              <a:pPr/>
              <a:t>‹#›</a:t>
            </a:fld>
            <a:endParaRPr lang="ru-RU" alt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515100" y="609600"/>
            <a:ext cx="1943100" cy="5486400"/>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685800" y="609600"/>
            <a:ext cx="5676900" cy="548640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fld id="{0E4E394A-40B4-4851-9BB0-FD70D05B1CAE}" type="slidenum">
              <a:rPr lang="ru-RU" altLang="ru-RU"/>
              <a:pPr/>
              <a:t>‹#›</a:t>
            </a:fld>
            <a:endParaRPr lang="ru-RU" altLang="ru-R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Заголовок, текст и 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85800" y="609600"/>
            <a:ext cx="7772400" cy="1143000"/>
          </a:xfrm>
        </p:spPr>
        <p:txBody>
          <a:bodyPr/>
          <a:lstStyle/>
          <a:p>
            <a:r>
              <a:rPr lang="ru-RU"/>
              <a:t>Образец заголовка</a:t>
            </a:r>
          </a:p>
        </p:txBody>
      </p:sp>
      <p:sp>
        <p:nvSpPr>
          <p:cNvPr id="3" name="Текст 2"/>
          <p:cNvSpPr>
            <a:spLocks noGrp="1"/>
          </p:cNvSpPr>
          <p:nvPr>
            <p:ph type="body" sz="half" idx="1"/>
          </p:nvPr>
        </p:nvSpPr>
        <p:spPr>
          <a:xfrm>
            <a:off x="685800" y="1981200"/>
            <a:ext cx="3810000" cy="41148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quarter" idx="2"/>
          </p:nvPr>
        </p:nvSpPr>
        <p:spPr>
          <a:xfrm>
            <a:off x="4648200" y="1981200"/>
            <a:ext cx="3810000" cy="1981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Содержимое 4"/>
          <p:cNvSpPr>
            <a:spLocks noGrp="1"/>
          </p:cNvSpPr>
          <p:nvPr>
            <p:ph sz="quarter" idx="3"/>
          </p:nvPr>
        </p:nvSpPr>
        <p:spPr>
          <a:xfrm>
            <a:off x="4648200" y="4114800"/>
            <a:ext cx="3810000" cy="1981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Rectangle 4"/>
          <p:cNvSpPr>
            <a:spLocks noGrp="1" noChangeArrowheads="1"/>
          </p:cNvSpPr>
          <p:nvPr>
            <p:ph type="dt" sz="half" idx="10"/>
          </p:nvPr>
        </p:nvSpPr>
        <p:spPr>
          <a:ln/>
        </p:spPr>
        <p:txBody>
          <a:bodyPr/>
          <a:lstStyle>
            <a:lvl1pPr>
              <a:defRPr/>
            </a:lvl1pPr>
          </a:lstStyle>
          <a:p>
            <a:pPr>
              <a:defRPr/>
            </a:pPr>
            <a:endParaRPr lang="ru-RU"/>
          </a:p>
        </p:txBody>
      </p:sp>
      <p:sp>
        <p:nvSpPr>
          <p:cNvPr id="7" name="Rectangle 5"/>
          <p:cNvSpPr>
            <a:spLocks noGrp="1" noChangeArrowheads="1"/>
          </p:cNvSpPr>
          <p:nvPr>
            <p:ph type="ftr" sz="quarter" idx="11"/>
          </p:nvPr>
        </p:nvSpPr>
        <p:spPr>
          <a:ln/>
        </p:spPr>
        <p:txBody>
          <a:bodyPr/>
          <a:lstStyle>
            <a:lvl1pPr>
              <a:defRPr/>
            </a:lvl1pPr>
          </a:lstStyle>
          <a:p>
            <a:pPr>
              <a:defRPr/>
            </a:pPr>
            <a:endParaRPr lang="ru-RU"/>
          </a:p>
        </p:txBody>
      </p:sp>
      <p:sp>
        <p:nvSpPr>
          <p:cNvPr id="8" name="Rectangle 6"/>
          <p:cNvSpPr>
            <a:spLocks noGrp="1" noChangeArrowheads="1"/>
          </p:cNvSpPr>
          <p:nvPr>
            <p:ph type="sldNum" sz="quarter" idx="12"/>
          </p:nvPr>
        </p:nvSpPr>
        <p:spPr>
          <a:ln/>
        </p:spPr>
        <p:txBody>
          <a:bodyPr/>
          <a:lstStyle>
            <a:lvl1pPr>
              <a:defRPr/>
            </a:lvl1pPr>
          </a:lstStyle>
          <a:p>
            <a:fld id="{B4B6074D-C6D9-4D26-A282-5B8BA885BEA6}" type="slidenum">
              <a:rPr lang="ru-RU" altLang="ru-RU"/>
              <a:pPr/>
              <a:t>‹#›</a:t>
            </a:fld>
            <a:endParaRPr lang="ru-RU" altLang="ru-RU"/>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Объект">
    <p:spTree>
      <p:nvGrpSpPr>
        <p:cNvPr id="1" name=""/>
        <p:cNvGrpSpPr/>
        <p:nvPr/>
      </p:nvGrpSpPr>
      <p:grpSpPr>
        <a:xfrm>
          <a:off x="0" y="0"/>
          <a:ext cx="0" cy="0"/>
          <a:chOff x="0" y="0"/>
          <a:chExt cx="0" cy="0"/>
        </a:xfrm>
      </p:grpSpPr>
      <p:sp>
        <p:nvSpPr>
          <p:cNvPr id="2" name="Содержимое 1"/>
          <p:cNvSpPr>
            <a:spLocks noGrp="1"/>
          </p:cNvSpPr>
          <p:nvPr>
            <p:ph/>
          </p:nvPr>
        </p:nvSpPr>
        <p:spPr>
          <a:xfrm>
            <a:off x="685800" y="609600"/>
            <a:ext cx="7772400" cy="54864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3" name="Rectangle 4"/>
          <p:cNvSpPr>
            <a:spLocks noGrp="1" noChangeArrowheads="1"/>
          </p:cNvSpPr>
          <p:nvPr>
            <p:ph type="dt" sz="half" idx="10"/>
          </p:nvPr>
        </p:nvSpPr>
        <p:spPr>
          <a:ln/>
        </p:spPr>
        <p:txBody>
          <a:bodyPr/>
          <a:lstStyle>
            <a:lvl1pPr>
              <a:defRPr/>
            </a:lvl1pPr>
          </a:lstStyle>
          <a:p>
            <a:pPr>
              <a:defRPr/>
            </a:pPr>
            <a:endParaRPr lang="ru-RU"/>
          </a:p>
        </p:txBody>
      </p:sp>
      <p:sp>
        <p:nvSpPr>
          <p:cNvPr id="4" name="Rectangle 5"/>
          <p:cNvSpPr>
            <a:spLocks noGrp="1" noChangeArrowheads="1"/>
          </p:cNvSpPr>
          <p:nvPr>
            <p:ph type="ftr" sz="quarter" idx="11"/>
          </p:nvPr>
        </p:nvSpPr>
        <p:spPr>
          <a:ln/>
        </p:spPr>
        <p:txBody>
          <a:bodyPr/>
          <a:lstStyle>
            <a:lvl1pPr>
              <a:defRPr/>
            </a:lvl1pPr>
          </a:lstStyle>
          <a:p>
            <a:pPr>
              <a:defRPr/>
            </a:pPr>
            <a:endParaRPr lang="ru-RU"/>
          </a:p>
        </p:txBody>
      </p:sp>
      <p:sp>
        <p:nvSpPr>
          <p:cNvPr id="5" name="Rectangle 6"/>
          <p:cNvSpPr>
            <a:spLocks noGrp="1" noChangeArrowheads="1"/>
          </p:cNvSpPr>
          <p:nvPr>
            <p:ph type="sldNum" sz="quarter" idx="12"/>
          </p:nvPr>
        </p:nvSpPr>
        <p:spPr>
          <a:ln/>
        </p:spPr>
        <p:txBody>
          <a:bodyPr/>
          <a:lstStyle>
            <a:lvl1pPr>
              <a:defRPr/>
            </a:lvl1pPr>
          </a:lstStyle>
          <a:p>
            <a:fld id="{951D3553-5BDD-4980-8690-C7EA3F4087DD}" type="slidenum">
              <a:rPr lang="ru-RU" altLang="ru-RU"/>
              <a:pPr/>
              <a:t>‹#›</a:t>
            </a:fld>
            <a:endParaRPr lang="ru-RU" altLang="ru-RU"/>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pic>
        <p:nvPicPr>
          <p:cNvPr id="4" name="Picture 2" descr="titlemaster_med"/>
          <p:cNvPicPr>
            <a:picLocks noChangeAspect="1" noChangeArrowheads="1"/>
          </p:cNvPicPr>
          <p:nvPr/>
        </p:nvPicPr>
        <p:blipFill>
          <a:blip r:embed="rId2" cstate="print"/>
          <a:srcRect/>
          <a:stretch>
            <a:fillRect/>
          </a:stretch>
        </p:blipFill>
        <p:spPr bwMode="ltGray">
          <a:xfrm>
            <a:off x="0" y="0"/>
            <a:ext cx="9144000" cy="6862763"/>
          </a:xfrm>
          <a:prstGeom prst="rect">
            <a:avLst/>
          </a:prstGeom>
          <a:noFill/>
          <a:ln w="9525">
            <a:noFill/>
            <a:miter lim="800000"/>
            <a:headEnd/>
            <a:tailEnd/>
          </a:ln>
        </p:spPr>
      </p:pic>
      <p:sp>
        <p:nvSpPr>
          <p:cNvPr id="152582" name="Rectangle 6"/>
          <p:cNvSpPr>
            <a:spLocks noGrp="1" noChangeArrowheads="1"/>
          </p:cNvSpPr>
          <p:nvPr>
            <p:ph type="subTitle" sz="quarter" idx="1"/>
          </p:nvPr>
        </p:nvSpPr>
        <p:spPr>
          <a:xfrm>
            <a:off x="2362200" y="3429000"/>
            <a:ext cx="6400800" cy="1447800"/>
          </a:xfrm>
          <a:solidFill>
            <a:schemeClr val="bg1">
              <a:alpha val="50000"/>
            </a:schemeClr>
          </a:solidFill>
          <a:ln w="76200">
            <a:solidFill>
              <a:schemeClr val="tx1"/>
            </a:solidFill>
          </a:ln>
        </p:spPr>
        <p:txBody>
          <a:bodyPr anchor="ctr"/>
          <a:lstStyle>
            <a:lvl1pPr marL="0" indent="0" algn="ctr">
              <a:buFont typeface="Wingdings" pitchFamily="2" charset="2"/>
              <a:buNone/>
              <a:defRPr/>
            </a:lvl1pPr>
          </a:lstStyle>
          <a:p>
            <a:r>
              <a:rPr lang="ru-RU"/>
              <a:t>Образец подзаголовка</a:t>
            </a:r>
          </a:p>
        </p:txBody>
      </p:sp>
      <p:sp>
        <p:nvSpPr>
          <p:cNvPr id="152583" name="Rectangle 7"/>
          <p:cNvSpPr>
            <a:spLocks noGrp="1" noChangeArrowheads="1"/>
          </p:cNvSpPr>
          <p:nvPr>
            <p:ph type="ctrTitle" sz="quarter"/>
          </p:nvPr>
        </p:nvSpPr>
        <p:spPr>
          <a:xfrm>
            <a:off x="838200" y="1371600"/>
            <a:ext cx="7620000" cy="2057400"/>
          </a:xfrm>
          <a:solidFill>
            <a:schemeClr val="bg1">
              <a:alpha val="50000"/>
            </a:schemeClr>
          </a:solidFill>
          <a:ln w="76200">
            <a:solidFill>
              <a:schemeClr val="tx1"/>
            </a:solidFill>
          </a:ln>
        </p:spPr>
        <p:txBody>
          <a:bodyPr/>
          <a:lstStyle>
            <a:lvl1pPr algn="ctr">
              <a:defRPr sz="5400">
                <a:solidFill>
                  <a:schemeClr val="tx1"/>
                </a:solidFill>
              </a:defRPr>
            </a:lvl1pPr>
          </a:lstStyle>
          <a:p>
            <a:r>
              <a:rPr lang="ru-RU"/>
              <a:t>Образец заголовка</a:t>
            </a:r>
          </a:p>
        </p:txBody>
      </p:sp>
      <p:sp>
        <p:nvSpPr>
          <p:cNvPr id="5" name="Rectangle 3"/>
          <p:cNvSpPr>
            <a:spLocks noGrp="1" noChangeArrowheads="1"/>
          </p:cNvSpPr>
          <p:nvPr>
            <p:ph type="dt" sz="half" idx="10"/>
          </p:nvPr>
        </p:nvSpPr>
        <p:spPr>
          <a:xfrm>
            <a:off x="304800" y="6248400"/>
            <a:ext cx="1905000" cy="457200"/>
          </a:xfrm>
        </p:spPr>
        <p:txBody>
          <a:bodyPr/>
          <a:lstStyle>
            <a:lvl1pPr>
              <a:defRPr/>
            </a:lvl1pPr>
          </a:lstStyle>
          <a:p>
            <a:pPr>
              <a:defRPr/>
            </a:pPr>
            <a:endParaRPr lang="ru-RU"/>
          </a:p>
        </p:txBody>
      </p:sp>
      <p:sp>
        <p:nvSpPr>
          <p:cNvPr id="6" name="Rectangle 4"/>
          <p:cNvSpPr>
            <a:spLocks noGrp="1" noChangeArrowheads="1"/>
          </p:cNvSpPr>
          <p:nvPr>
            <p:ph type="ftr" sz="quarter" idx="11"/>
          </p:nvPr>
        </p:nvSpPr>
        <p:spPr/>
        <p:txBody>
          <a:bodyPr/>
          <a:lstStyle>
            <a:lvl1pPr>
              <a:defRPr/>
            </a:lvl1pPr>
          </a:lstStyle>
          <a:p>
            <a:pPr>
              <a:defRPr/>
            </a:pPr>
            <a:endParaRPr lang="ru-RU"/>
          </a:p>
        </p:txBody>
      </p:sp>
      <p:sp>
        <p:nvSpPr>
          <p:cNvPr id="7" name="Rectangle 5"/>
          <p:cNvSpPr>
            <a:spLocks noGrp="1" noChangeArrowheads="1"/>
          </p:cNvSpPr>
          <p:nvPr>
            <p:ph type="sldNum" sz="quarter" idx="12"/>
          </p:nvPr>
        </p:nvSpPr>
        <p:spPr>
          <a:xfrm>
            <a:off x="7010400" y="6248400"/>
            <a:ext cx="1905000" cy="457200"/>
          </a:xfrm>
        </p:spPr>
        <p:txBody>
          <a:bodyPr/>
          <a:lstStyle>
            <a:lvl1pPr>
              <a:defRPr/>
            </a:lvl1pPr>
          </a:lstStyle>
          <a:p>
            <a:fld id="{3C88FDB6-06CA-41F6-820D-D022172F3E64}" type="slidenum">
              <a:rPr lang="ru-RU" altLang="ru-RU"/>
              <a:pPr/>
              <a:t>‹#›</a:t>
            </a:fld>
            <a:endParaRPr lang="ru-RU" altLang="ru-RU"/>
          </a:p>
        </p:txBody>
      </p:sp>
    </p:spTree>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7"/>
          <p:cNvSpPr>
            <a:spLocks noGrp="1" noChangeArrowheads="1"/>
          </p:cNvSpPr>
          <p:nvPr>
            <p:ph type="dt" sz="half" idx="10"/>
          </p:nvPr>
        </p:nvSpPr>
        <p:spPr>
          <a:ln/>
        </p:spPr>
        <p:txBody>
          <a:bodyPr/>
          <a:lstStyle>
            <a:lvl1pPr>
              <a:defRPr/>
            </a:lvl1pPr>
          </a:lstStyle>
          <a:p>
            <a:pPr>
              <a:defRPr/>
            </a:pPr>
            <a:endParaRPr lang="ru-RU"/>
          </a:p>
        </p:txBody>
      </p:sp>
      <p:sp>
        <p:nvSpPr>
          <p:cNvPr id="5" name="Rectangle 8"/>
          <p:cNvSpPr>
            <a:spLocks noGrp="1" noChangeArrowheads="1"/>
          </p:cNvSpPr>
          <p:nvPr>
            <p:ph type="ftr" sz="quarter" idx="11"/>
          </p:nvPr>
        </p:nvSpPr>
        <p:spPr>
          <a:ln/>
        </p:spPr>
        <p:txBody>
          <a:bodyPr/>
          <a:lstStyle>
            <a:lvl1pPr>
              <a:defRPr/>
            </a:lvl1pPr>
          </a:lstStyle>
          <a:p>
            <a:pPr>
              <a:defRPr/>
            </a:pPr>
            <a:endParaRPr lang="ru-RU"/>
          </a:p>
        </p:txBody>
      </p:sp>
      <p:sp>
        <p:nvSpPr>
          <p:cNvPr id="6" name="Rectangle 9"/>
          <p:cNvSpPr>
            <a:spLocks noGrp="1" noChangeArrowheads="1"/>
          </p:cNvSpPr>
          <p:nvPr>
            <p:ph type="sldNum" sz="quarter" idx="12"/>
          </p:nvPr>
        </p:nvSpPr>
        <p:spPr>
          <a:ln/>
        </p:spPr>
        <p:txBody>
          <a:bodyPr/>
          <a:lstStyle>
            <a:lvl1pPr>
              <a:defRPr/>
            </a:lvl1pPr>
          </a:lstStyle>
          <a:p>
            <a:fld id="{A670B38B-CE76-408F-89B9-835358A2F121}" type="slidenum">
              <a:rPr lang="ru-RU" altLang="ru-RU"/>
              <a:pPr/>
              <a:t>‹#›</a:t>
            </a:fld>
            <a:endParaRPr lang="ru-RU" altLang="ru-RU"/>
          </a:p>
        </p:txBody>
      </p:sp>
    </p:spTree>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a:t>Образец текста</a:t>
            </a:r>
          </a:p>
        </p:txBody>
      </p:sp>
      <p:sp>
        <p:nvSpPr>
          <p:cNvPr id="4" name="Rectangle 7"/>
          <p:cNvSpPr>
            <a:spLocks noGrp="1" noChangeArrowheads="1"/>
          </p:cNvSpPr>
          <p:nvPr>
            <p:ph type="dt" sz="half" idx="10"/>
          </p:nvPr>
        </p:nvSpPr>
        <p:spPr>
          <a:ln/>
        </p:spPr>
        <p:txBody>
          <a:bodyPr/>
          <a:lstStyle>
            <a:lvl1pPr>
              <a:defRPr/>
            </a:lvl1pPr>
          </a:lstStyle>
          <a:p>
            <a:pPr>
              <a:defRPr/>
            </a:pPr>
            <a:endParaRPr lang="ru-RU"/>
          </a:p>
        </p:txBody>
      </p:sp>
      <p:sp>
        <p:nvSpPr>
          <p:cNvPr id="5" name="Rectangle 8"/>
          <p:cNvSpPr>
            <a:spLocks noGrp="1" noChangeArrowheads="1"/>
          </p:cNvSpPr>
          <p:nvPr>
            <p:ph type="ftr" sz="quarter" idx="11"/>
          </p:nvPr>
        </p:nvSpPr>
        <p:spPr>
          <a:ln/>
        </p:spPr>
        <p:txBody>
          <a:bodyPr/>
          <a:lstStyle>
            <a:lvl1pPr>
              <a:defRPr/>
            </a:lvl1pPr>
          </a:lstStyle>
          <a:p>
            <a:pPr>
              <a:defRPr/>
            </a:pPr>
            <a:endParaRPr lang="ru-RU"/>
          </a:p>
        </p:txBody>
      </p:sp>
      <p:sp>
        <p:nvSpPr>
          <p:cNvPr id="6" name="Rectangle 9"/>
          <p:cNvSpPr>
            <a:spLocks noGrp="1" noChangeArrowheads="1"/>
          </p:cNvSpPr>
          <p:nvPr>
            <p:ph type="sldNum" sz="quarter" idx="12"/>
          </p:nvPr>
        </p:nvSpPr>
        <p:spPr>
          <a:ln/>
        </p:spPr>
        <p:txBody>
          <a:bodyPr/>
          <a:lstStyle>
            <a:lvl1pPr>
              <a:defRPr/>
            </a:lvl1pPr>
          </a:lstStyle>
          <a:p>
            <a:fld id="{1061435D-7B02-4D01-876A-6F3231EAA76E}" type="slidenum">
              <a:rPr lang="ru-RU" altLang="ru-RU"/>
              <a:pPr/>
              <a:t>‹#›</a:t>
            </a:fld>
            <a:endParaRPr lang="ru-RU" altLang="ru-RU"/>
          </a:p>
        </p:txBody>
      </p:sp>
    </p:spTree>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2438400" y="1600200"/>
            <a:ext cx="31242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5715000" y="1600200"/>
            <a:ext cx="31242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Rectangle 7"/>
          <p:cNvSpPr>
            <a:spLocks noGrp="1" noChangeArrowheads="1"/>
          </p:cNvSpPr>
          <p:nvPr>
            <p:ph type="dt" sz="half" idx="10"/>
          </p:nvPr>
        </p:nvSpPr>
        <p:spPr>
          <a:ln/>
        </p:spPr>
        <p:txBody>
          <a:bodyPr/>
          <a:lstStyle>
            <a:lvl1pPr>
              <a:defRPr/>
            </a:lvl1pPr>
          </a:lstStyle>
          <a:p>
            <a:pPr>
              <a:defRPr/>
            </a:pPr>
            <a:endParaRPr lang="ru-RU"/>
          </a:p>
        </p:txBody>
      </p:sp>
      <p:sp>
        <p:nvSpPr>
          <p:cNvPr id="6" name="Rectangle 8"/>
          <p:cNvSpPr>
            <a:spLocks noGrp="1" noChangeArrowheads="1"/>
          </p:cNvSpPr>
          <p:nvPr>
            <p:ph type="ftr" sz="quarter" idx="11"/>
          </p:nvPr>
        </p:nvSpPr>
        <p:spPr>
          <a:ln/>
        </p:spPr>
        <p:txBody>
          <a:bodyPr/>
          <a:lstStyle>
            <a:lvl1pPr>
              <a:defRPr/>
            </a:lvl1pPr>
          </a:lstStyle>
          <a:p>
            <a:pPr>
              <a:defRPr/>
            </a:pPr>
            <a:endParaRPr lang="ru-RU"/>
          </a:p>
        </p:txBody>
      </p:sp>
      <p:sp>
        <p:nvSpPr>
          <p:cNvPr id="7" name="Rectangle 9"/>
          <p:cNvSpPr>
            <a:spLocks noGrp="1" noChangeArrowheads="1"/>
          </p:cNvSpPr>
          <p:nvPr>
            <p:ph type="sldNum" sz="quarter" idx="12"/>
          </p:nvPr>
        </p:nvSpPr>
        <p:spPr>
          <a:ln/>
        </p:spPr>
        <p:txBody>
          <a:bodyPr/>
          <a:lstStyle>
            <a:lvl1pPr>
              <a:defRPr/>
            </a:lvl1pPr>
          </a:lstStyle>
          <a:p>
            <a:fld id="{E61DBB91-4DCC-47B4-8011-6CBB9909C2EC}" type="slidenum">
              <a:rPr lang="ru-RU" altLang="ru-RU"/>
              <a:pPr/>
              <a:t>‹#›</a:t>
            </a:fld>
            <a:endParaRPr lang="ru-RU" altLang="ru-RU"/>
          </a:p>
        </p:txBody>
      </p:sp>
    </p:spTree>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Rectangle 7"/>
          <p:cNvSpPr>
            <a:spLocks noGrp="1" noChangeArrowheads="1"/>
          </p:cNvSpPr>
          <p:nvPr>
            <p:ph type="dt" sz="half" idx="10"/>
          </p:nvPr>
        </p:nvSpPr>
        <p:spPr>
          <a:ln/>
        </p:spPr>
        <p:txBody>
          <a:bodyPr/>
          <a:lstStyle>
            <a:lvl1pPr>
              <a:defRPr/>
            </a:lvl1pPr>
          </a:lstStyle>
          <a:p>
            <a:pPr>
              <a:defRPr/>
            </a:pPr>
            <a:endParaRPr lang="ru-RU"/>
          </a:p>
        </p:txBody>
      </p:sp>
      <p:sp>
        <p:nvSpPr>
          <p:cNvPr id="8" name="Rectangle 8"/>
          <p:cNvSpPr>
            <a:spLocks noGrp="1" noChangeArrowheads="1"/>
          </p:cNvSpPr>
          <p:nvPr>
            <p:ph type="ftr" sz="quarter" idx="11"/>
          </p:nvPr>
        </p:nvSpPr>
        <p:spPr>
          <a:ln/>
        </p:spPr>
        <p:txBody>
          <a:bodyPr/>
          <a:lstStyle>
            <a:lvl1pPr>
              <a:defRPr/>
            </a:lvl1pPr>
          </a:lstStyle>
          <a:p>
            <a:pPr>
              <a:defRPr/>
            </a:pPr>
            <a:endParaRPr lang="ru-RU"/>
          </a:p>
        </p:txBody>
      </p:sp>
      <p:sp>
        <p:nvSpPr>
          <p:cNvPr id="9" name="Rectangle 9"/>
          <p:cNvSpPr>
            <a:spLocks noGrp="1" noChangeArrowheads="1"/>
          </p:cNvSpPr>
          <p:nvPr>
            <p:ph type="sldNum" sz="quarter" idx="12"/>
          </p:nvPr>
        </p:nvSpPr>
        <p:spPr>
          <a:ln/>
        </p:spPr>
        <p:txBody>
          <a:bodyPr/>
          <a:lstStyle>
            <a:lvl1pPr>
              <a:defRPr/>
            </a:lvl1pPr>
          </a:lstStyle>
          <a:p>
            <a:fld id="{BADC1C24-D492-4CE6-8EB6-285ACEC70998}" type="slidenum">
              <a:rPr lang="ru-RU" altLang="ru-RU"/>
              <a:pPr/>
              <a:t>‹#›</a:t>
            </a:fld>
            <a:endParaRPr lang="ru-RU" altLang="ru-RU"/>
          </a:p>
        </p:txBody>
      </p:sp>
    </p:spTree>
  </p:cSld>
  <p:clrMapOvr>
    <a:masterClrMapping/>
  </p:clrMapOvr>
  <p:transition spd="slow"/>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Rectangle 7"/>
          <p:cNvSpPr>
            <a:spLocks noGrp="1" noChangeArrowheads="1"/>
          </p:cNvSpPr>
          <p:nvPr>
            <p:ph type="dt" sz="half" idx="10"/>
          </p:nvPr>
        </p:nvSpPr>
        <p:spPr>
          <a:ln/>
        </p:spPr>
        <p:txBody>
          <a:bodyPr/>
          <a:lstStyle>
            <a:lvl1pPr>
              <a:defRPr/>
            </a:lvl1pPr>
          </a:lstStyle>
          <a:p>
            <a:pPr>
              <a:defRPr/>
            </a:pPr>
            <a:endParaRPr lang="ru-RU"/>
          </a:p>
        </p:txBody>
      </p:sp>
      <p:sp>
        <p:nvSpPr>
          <p:cNvPr id="4" name="Rectangle 8"/>
          <p:cNvSpPr>
            <a:spLocks noGrp="1" noChangeArrowheads="1"/>
          </p:cNvSpPr>
          <p:nvPr>
            <p:ph type="ftr" sz="quarter" idx="11"/>
          </p:nvPr>
        </p:nvSpPr>
        <p:spPr>
          <a:ln/>
        </p:spPr>
        <p:txBody>
          <a:bodyPr/>
          <a:lstStyle>
            <a:lvl1pPr>
              <a:defRPr/>
            </a:lvl1pPr>
          </a:lstStyle>
          <a:p>
            <a:pPr>
              <a:defRPr/>
            </a:pPr>
            <a:endParaRPr lang="ru-RU"/>
          </a:p>
        </p:txBody>
      </p:sp>
      <p:sp>
        <p:nvSpPr>
          <p:cNvPr id="5" name="Rectangle 9"/>
          <p:cNvSpPr>
            <a:spLocks noGrp="1" noChangeArrowheads="1"/>
          </p:cNvSpPr>
          <p:nvPr>
            <p:ph type="sldNum" sz="quarter" idx="12"/>
          </p:nvPr>
        </p:nvSpPr>
        <p:spPr>
          <a:ln/>
        </p:spPr>
        <p:txBody>
          <a:bodyPr/>
          <a:lstStyle>
            <a:lvl1pPr>
              <a:defRPr/>
            </a:lvl1pPr>
          </a:lstStyle>
          <a:p>
            <a:fld id="{786F69B0-D5AF-4347-B83C-DE0A146EEF7E}" type="slidenum">
              <a:rPr lang="ru-RU" altLang="ru-RU"/>
              <a:pPr/>
              <a:t>‹#›</a:t>
            </a:fld>
            <a:endParaRPr lang="ru-RU" altLang="ru-RU"/>
          </a:p>
        </p:txBody>
      </p:sp>
    </p:spTree>
  </p:cSld>
  <p:clrMapOvr>
    <a:masterClrMapping/>
  </p:clrMapOvr>
  <p:transition spd="slow"/>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a:ln/>
        </p:spPr>
        <p:txBody>
          <a:bodyPr/>
          <a:lstStyle>
            <a:lvl1pPr>
              <a:defRPr/>
            </a:lvl1pPr>
          </a:lstStyle>
          <a:p>
            <a:pPr>
              <a:defRPr/>
            </a:pPr>
            <a:endParaRPr lang="ru-RU"/>
          </a:p>
        </p:txBody>
      </p:sp>
      <p:sp>
        <p:nvSpPr>
          <p:cNvPr id="3" name="Rectangle 8"/>
          <p:cNvSpPr>
            <a:spLocks noGrp="1" noChangeArrowheads="1"/>
          </p:cNvSpPr>
          <p:nvPr>
            <p:ph type="ftr" sz="quarter" idx="11"/>
          </p:nvPr>
        </p:nvSpPr>
        <p:spPr>
          <a:ln/>
        </p:spPr>
        <p:txBody>
          <a:bodyPr/>
          <a:lstStyle>
            <a:lvl1pPr>
              <a:defRPr/>
            </a:lvl1pPr>
          </a:lstStyle>
          <a:p>
            <a:pPr>
              <a:defRPr/>
            </a:pPr>
            <a:endParaRPr lang="ru-RU"/>
          </a:p>
        </p:txBody>
      </p:sp>
      <p:sp>
        <p:nvSpPr>
          <p:cNvPr id="4" name="Rectangle 9"/>
          <p:cNvSpPr>
            <a:spLocks noGrp="1" noChangeArrowheads="1"/>
          </p:cNvSpPr>
          <p:nvPr>
            <p:ph type="sldNum" sz="quarter" idx="12"/>
          </p:nvPr>
        </p:nvSpPr>
        <p:spPr>
          <a:ln/>
        </p:spPr>
        <p:txBody>
          <a:bodyPr/>
          <a:lstStyle>
            <a:lvl1pPr>
              <a:defRPr/>
            </a:lvl1pPr>
          </a:lstStyle>
          <a:p>
            <a:fld id="{5CFC875A-E51C-4BB4-BB82-6CF0B7702657}" type="slidenum">
              <a:rPr lang="ru-RU" altLang="ru-RU"/>
              <a:pPr/>
              <a:t>‹#›</a:t>
            </a:fld>
            <a:endParaRPr lang="ru-RU" altLang="ru-RU"/>
          </a:p>
        </p:txBody>
      </p:sp>
    </p:spTree>
  </p:cSld>
  <p:clrMapOvr>
    <a:masterClrMapping/>
  </p:clrMapOvr>
  <p:transition spd="slow"/>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7"/>
          <p:cNvSpPr>
            <a:spLocks noGrp="1" noChangeArrowheads="1"/>
          </p:cNvSpPr>
          <p:nvPr>
            <p:ph type="dt" sz="half" idx="10"/>
          </p:nvPr>
        </p:nvSpPr>
        <p:spPr>
          <a:ln/>
        </p:spPr>
        <p:txBody>
          <a:bodyPr/>
          <a:lstStyle>
            <a:lvl1pPr>
              <a:defRPr/>
            </a:lvl1pPr>
          </a:lstStyle>
          <a:p>
            <a:pPr>
              <a:defRPr/>
            </a:pPr>
            <a:endParaRPr lang="ru-RU"/>
          </a:p>
        </p:txBody>
      </p:sp>
      <p:sp>
        <p:nvSpPr>
          <p:cNvPr id="6" name="Rectangle 8"/>
          <p:cNvSpPr>
            <a:spLocks noGrp="1" noChangeArrowheads="1"/>
          </p:cNvSpPr>
          <p:nvPr>
            <p:ph type="ftr" sz="quarter" idx="11"/>
          </p:nvPr>
        </p:nvSpPr>
        <p:spPr>
          <a:ln/>
        </p:spPr>
        <p:txBody>
          <a:bodyPr/>
          <a:lstStyle>
            <a:lvl1pPr>
              <a:defRPr/>
            </a:lvl1pPr>
          </a:lstStyle>
          <a:p>
            <a:pPr>
              <a:defRPr/>
            </a:pPr>
            <a:endParaRPr lang="ru-RU"/>
          </a:p>
        </p:txBody>
      </p:sp>
      <p:sp>
        <p:nvSpPr>
          <p:cNvPr id="7" name="Rectangle 9"/>
          <p:cNvSpPr>
            <a:spLocks noGrp="1" noChangeArrowheads="1"/>
          </p:cNvSpPr>
          <p:nvPr>
            <p:ph type="sldNum" sz="quarter" idx="12"/>
          </p:nvPr>
        </p:nvSpPr>
        <p:spPr>
          <a:ln/>
        </p:spPr>
        <p:txBody>
          <a:bodyPr/>
          <a:lstStyle>
            <a:lvl1pPr>
              <a:defRPr/>
            </a:lvl1pPr>
          </a:lstStyle>
          <a:p>
            <a:fld id="{0F987C1A-6632-417C-B3A8-C766CD271160}" type="slidenum">
              <a:rPr lang="ru-RU" altLang="ru-RU"/>
              <a:pPr/>
              <a:t>‹#›</a:t>
            </a:fld>
            <a:endParaRPr lang="ru-RU" altLang="ru-RU"/>
          </a:p>
        </p:txBody>
      </p:sp>
    </p:spTree>
  </p:cSld>
  <p:clrMapOvr>
    <a:masterClrMapping/>
  </p:clrMapOvr>
  <p:transition spd="slow"/>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7"/>
          <p:cNvSpPr>
            <a:spLocks noGrp="1" noChangeArrowheads="1"/>
          </p:cNvSpPr>
          <p:nvPr>
            <p:ph type="dt" sz="half" idx="10"/>
          </p:nvPr>
        </p:nvSpPr>
        <p:spPr>
          <a:ln/>
        </p:spPr>
        <p:txBody>
          <a:bodyPr/>
          <a:lstStyle>
            <a:lvl1pPr>
              <a:defRPr/>
            </a:lvl1pPr>
          </a:lstStyle>
          <a:p>
            <a:pPr>
              <a:defRPr/>
            </a:pPr>
            <a:endParaRPr lang="ru-RU"/>
          </a:p>
        </p:txBody>
      </p:sp>
      <p:sp>
        <p:nvSpPr>
          <p:cNvPr id="6" name="Rectangle 8"/>
          <p:cNvSpPr>
            <a:spLocks noGrp="1" noChangeArrowheads="1"/>
          </p:cNvSpPr>
          <p:nvPr>
            <p:ph type="ftr" sz="quarter" idx="11"/>
          </p:nvPr>
        </p:nvSpPr>
        <p:spPr>
          <a:ln/>
        </p:spPr>
        <p:txBody>
          <a:bodyPr/>
          <a:lstStyle>
            <a:lvl1pPr>
              <a:defRPr/>
            </a:lvl1pPr>
          </a:lstStyle>
          <a:p>
            <a:pPr>
              <a:defRPr/>
            </a:pPr>
            <a:endParaRPr lang="ru-RU"/>
          </a:p>
        </p:txBody>
      </p:sp>
      <p:sp>
        <p:nvSpPr>
          <p:cNvPr id="7" name="Rectangle 9"/>
          <p:cNvSpPr>
            <a:spLocks noGrp="1" noChangeArrowheads="1"/>
          </p:cNvSpPr>
          <p:nvPr>
            <p:ph type="sldNum" sz="quarter" idx="12"/>
          </p:nvPr>
        </p:nvSpPr>
        <p:spPr>
          <a:ln/>
        </p:spPr>
        <p:txBody>
          <a:bodyPr/>
          <a:lstStyle>
            <a:lvl1pPr>
              <a:defRPr/>
            </a:lvl1pPr>
          </a:lstStyle>
          <a:p>
            <a:fld id="{F7F286C5-186D-456B-BFAD-927D7EE6B490}" type="slidenum">
              <a:rPr lang="ru-RU" altLang="ru-RU"/>
              <a:pPr/>
              <a:t>‹#›</a:t>
            </a:fld>
            <a:endParaRPr lang="ru-RU" altLang="ru-RU"/>
          </a:p>
        </p:txBody>
      </p:sp>
    </p:spTree>
  </p:cSld>
  <p:clrMapOvr>
    <a:masterClrMapping/>
  </p:clrMapOvr>
  <p:transition spd="slow"/>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7"/>
          <p:cNvSpPr>
            <a:spLocks noGrp="1" noChangeArrowheads="1"/>
          </p:cNvSpPr>
          <p:nvPr>
            <p:ph type="dt" sz="half" idx="10"/>
          </p:nvPr>
        </p:nvSpPr>
        <p:spPr>
          <a:ln/>
        </p:spPr>
        <p:txBody>
          <a:bodyPr/>
          <a:lstStyle>
            <a:lvl1pPr>
              <a:defRPr/>
            </a:lvl1pPr>
          </a:lstStyle>
          <a:p>
            <a:pPr>
              <a:defRPr/>
            </a:pPr>
            <a:endParaRPr lang="ru-RU"/>
          </a:p>
        </p:txBody>
      </p:sp>
      <p:sp>
        <p:nvSpPr>
          <p:cNvPr id="5" name="Rectangle 8"/>
          <p:cNvSpPr>
            <a:spLocks noGrp="1" noChangeArrowheads="1"/>
          </p:cNvSpPr>
          <p:nvPr>
            <p:ph type="ftr" sz="quarter" idx="11"/>
          </p:nvPr>
        </p:nvSpPr>
        <p:spPr>
          <a:ln/>
        </p:spPr>
        <p:txBody>
          <a:bodyPr/>
          <a:lstStyle>
            <a:lvl1pPr>
              <a:defRPr/>
            </a:lvl1pPr>
          </a:lstStyle>
          <a:p>
            <a:pPr>
              <a:defRPr/>
            </a:pPr>
            <a:endParaRPr lang="ru-RU"/>
          </a:p>
        </p:txBody>
      </p:sp>
      <p:sp>
        <p:nvSpPr>
          <p:cNvPr id="6" name="Rectangle 9"/>
          <p:cNvSpPr>
            <a:spLocks noGrp="1" noChangeArrowheads="1"/>
          </p:cNvSpPr>
          <p:nvPr>
            <p:ph type="sldNum" sz="quarter" idx="12"/>
          </p:nvPr>
        </p:nvSpPr>
        <p:spPr>
          <a:ln/>
        </p:spPr>
        <p:txBody>
          <a:bodyPr/>
          <a:lstStyle>
            <a:lvl1pPr>
              <a:defRPr/>
            </a:lvl1pPr>
          </a:lstStyle>
          <a:p>
            <a:fld id="{449D3C71-2B01-4561-B92A-1FD36095AD1D}" type="slidenum">
              <a:rPr lang="ru-RU" altLang="ru-RU"/>
              <a:pPr/>
              <a:t>‹#›</a:t>
            </a:fld>
            <a:endParaRPr lang="ru-RU" altLang="ru-RU"/>
          </a:p>
        </p:txBody>
      </p:sp>
    </p:spTree>
  </p:cSld>
  <p:clrMapOvr>
    <a:masterClrMapping/>
  </p:clrMapOvr>
  <p:transition spd="slow"/>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7239000" y="228600"/>
            <a:ext cx="1600200" cy="5867400"/>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2438400" y="228600"/>
            <a:ext cx="4648200" cy="586740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7"/>
          <p:cNvSpPr>
            <a:spLocks noGrp="1" noChangeArrowheads="1"/>
          </p:cNvSpPr>
          <p:nvPr>
            <p:ph type="dt" sz="half" idx="10"/>
          </p:nvPr>
        </p:nvSpPr>
        <p:spPr>
          <a:ln/>
        </p:spPr>
        <p:txBody>
          <a:bodyPr/>
          <a:lstStyle>
            <a:lvl1pPr>
              <a:defRPr/>
            </a:lvl1pPr>
          </a:lstStyle>
          <a:p>
            <a:pPr>
              <a:defRPr/>
            </a:pPr>
            <a:endParaRPr lang="ru-RU"/>
          </a:p>
        </p:txBody>
      </p:sp>
      <p:sp>
        <p:nvSpPr>
          <p:cNvPr id="5" name="Rectangle 8"/>
          <p:cNvSpPr>
            <a:spLocks noGrp="1" noChangeArrowheads="1"/>
          </p:cNvSpPr>
          <p:nvPr>
            <p:ph type="ftr" sz="quarter" idx="11"/>
          </p:nvPr>
        </p:nvSpPr>
        <p:spPr>
          <a:ln/>
        </p:spPr>
        <p:txBody>
          <a:bodyPr/>
          <a:lstStyle>
            <a:lvl1pPr>
              <a:defRPr/>
            </a:lvl1pPr>
          </a:lstStyle>
          <a:p>
            <a:pPr>
              <a:defRPr/>
            </a:pPr>
            <a:endParaRPr lang="ru-RU"/>
          </a:p>
        </p:txBody>
      </p:sp>
      <p:sp>
        <p:nvSpPr>
          <p:cNvPr id="6" name="Rectangle 9"/>
          <p:cNvSpPr>
            <a:spLocks noGrp="1" noChangeArrowheads="1"/>
          </p:cNvSpPr>
          <p:nvPr>
            <p:ph type="sldNum" sz="quarter" idx="12"/>
          </p:nvPr>
        </p:nvSpPr>
        <p:spPr>
          <a:ln/>
        </p:spPr>
        <p:txBody>
          <a:bodyPr/>
          <a:lstStyle>
            <a:lvl1pPr>
              <a:defRPr/>
            </a:lvl1pPr>
          </a:lstStyle>
          <a:p>
            <a:fld id="{47C5444A-728D-43E7-9111-124CAEF947A0}" type="slidenum">
              <a:rPr lang="ru-RU" altLang="ru-RU"/>
              <a:pPr/>
              <a:t>‹#›</a:t>
            </a:fld>
            <a:endParaRPr lang="ru-RU" altLang="ru-RU"/>
          </a:p>
        </p:txBody>
      </p:sp>
    </p:spTree>
  </p:cSld>
  <p:clrMapOvr>
    <a:masterClrMapping/>
  </p:clrMapOvr>
  <p:transition spd="slow"/>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4" name="Group 2"/>
          <p:cNvGrpSpPr>
            <a:grpSpLocks/>
          </p:cNvGrpSpPr>
          <p:nvPr/>
        </p:nvGrpSpPr>
        <p:grpSpPr bwMode="auto">
          <a:xfrm>
            <a:off x="2084388" y="296863"/>
            <a:ext cx="6823075" cy="5353050"/>
            <a:chOff x="1313" y="187"/>
            <a:chExt cx="4298" cy="3372"/>
          </a:xfrm>
        </p:grpSpPr>
        <p:grpSp>
          <p:nvGrpSpPr>
            <p:cNvPr id="5" name="Group 3"/>
            <p:cNvGrpSpPr>
              <a:grpSpLocks/>
            </p:cNvGrpSpPr>
            <p:nvPr/>
          </p:nvGrpSpPr>
          <p:grpSpPr bwMode="auto">
            <a:xfrm>
              <a:off x="2194" y="601"/>
              <a:ext cx="596" cy="447"/>
              <a:chOff x="0" y="0"/>
              <a:chExt cx="768" cy="576"/>
            </a:xfrm>
          </p:grpSpPr>
          <p:sp>
            <p:nvSpPr>
              <p:cNvPr id="135" name="Oval 4"/>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p:spPr>
            <p:txBody>
              <a:bodyPr wrap="none" anchor="ctr"/>
              <a:lstStyle/>
              <a:p>
                <a:pPr eaLnBrk="1" hangingPunct="1"/>
                <a:endParaRPr lang="ru-RU"/>
              </a:p>
            </p:txBody>
          </p:sp>
          <p:sp>
            <p:nvSpPr>
              <p:cNvPr id="136" name="Oval 5"/>
              <p:cNvSpPr>
                <a:spLocks noChangeArrowheads="1"/>
              </p:cNvSpPr>
              <p:nvPr/>
            </p:nvSpPr>
            <p:spPr bwMode="hidden">
              <a:xfrm>
                <a:off x="276" y="253"/>
                <a:ext cx="187" cy="107"/>
              </a:xfrm>
              <a:prstGeom prst="ellipse">
                <a:avLst/>
              </a:prstGeom>
              <a:gradFill rotWithShape="0">
                <a:gsLst>
                  <a:gs pos="0">
                    <a:schemeClr val="accent1"/>
                  </a:gs>
                  <a:gs pos="100000">
                    <a:schemeClr val="bg2"/>
                  </a:gs>
                </a:gsLst>
                <a:path path="shape">
                  <a:fillToRect l="50000" t="50000" r="50000" b="50000"/>
                </a:path>
              </a:gradFill>
              <a:ln w="9525">
                <a:noFill/>
                <a:round/>
                <a:headEnd/>
                <a:tailEnd/>
              </a:ln>
            </p:spPr>
            <p:txBody>
              <a:bodyPr wrap="none" anchor="ctr"/>
              <a:lstStyle/>
              <a:p>
                <a:pPr eaLnBrk="1" hangingPunct="1"/>
                <a:endParaRPr lang="ru-RU"/>
              </a:p>
            </p:txBody>
          </p:sp>
        </p:grpSp>
        <p:grpSp>
          <p:nvGrpSpPr>
            <p:cNvPr id="6" name="Group 6"/>
            <p:cNvGrpSpPr>
              <a:grpSpLocks/>
            </p:cNvGrpSpPr>
            <p:nvPr/>
          </p:nvGrpSpPr>
          <p:grpSpPr bwMode="auto">
            <a:xfrm>
              <a:off x="1313" y="187"/>
              <a:ext cx="4298" cy="3372"/>
              <a:chOff x="0" y="0"/>
              <a:chExt cx="5533" cy="4341"/>
            </a:xfrm>
          </p:grpSpPr>
          <p:grpSp>
            <p:nvGrpSpPr>
              <p:cNvPr id="22" name="Group 7"/>
              <p:cNvGrpSpPr>
                <a:grpSpLocks/>
              </p:cNvGrpSpPr>
              <p:nvPr/>
            </p:nvGrpSpPr>
            <p:grpSpPr bwMode="auto">
              <a:xfrm>
                <a:off x="0" y="0"/>
                <a:ext cx="5470" cy="4341"/>
                <a:chOff x="0" y="0"/>
                <a:chExt cx="5470" cy="4341"/>
              </a:xfrm>
            </p:grpSpPr>
            <p:grpSp>
              <p:nvGrpSpPr>
                <p:cNvPr id="33" name="Group 8"/>
                <p:cNvGrpSpPr>
                  <a:grpSpLocks/>
                </p:cNvGrpSpPr>
                <p:nvPr/>
              </p:nvGrpSpPr>
              <p:grpSpPr bwMode="auto">
                <a:xfrm>
                  <a:off x="1339" y="786"/>
                  <a:ext cx="2919" cy="2151"/>
                  <a:chOff x="1265" y="814"/>
                  <a:chExt cx="2919" cy="2151"/>
                </a:xfrm>
              </p:grpSpPr>
              <p:sp>
                <p:nvSpPr>
                  <p:cNvPr id="133" name="Oval 9"/>
                  <p:cNvSpPr>
                    <a:spLocks noChangeArrowheads="1"/>
                  </p:cNvSpPr>
                  <p:nvPr/>
                </p:nvSpPr>
                <p:spPr bwMode="hidden">
                  <a:xfrm>
                    <a:off x="1265" y="817"/>
                    <a:ext cx="2922" cy="2145"/>
                  </a:xfrm>
                  <a:prstGeom prst="ellipse">
                    <a:avLst/>
                  </a:prstGeom>
                  <a:gradFill rotWithShape="0">
                    <a:gsLst>
                      <a:gs pos="0">
                        <a:schemeClr val="bg2"/>
                      </a:gs>
                      <a:gs pos="100000">
                        <a:schemeClr val="bg1"/>
                      </a:gs>
                    </a:gsLst>
                    <a:path path="shape">
                      <a:fillToRect l="50000" t="50000" r="50000" b="50000"/>
                    </a:path>
                  </a:gradFill>
                  <a:ln w="9525">
                    <a:noFill/>
                    <a:round/>
                    <a:headEnd/>
                    <a:tailEnd/>
                  </a:ln>
                </p:spPr>
                <p:txBody>
                  <a:bodyPr wrap="none" anchor="ctr"/>
                  <a:lstStyle/>
                  <a:p>
                    <a:pPr eaLnBrk="1" hangingPunct="1"/>
                    <a:endParaRPr lang="ru-RU"/>
                  </a:p>
                </p:txBody>
              </p:sp>
              <p:sp>
                <p:nvSpPr>
                  <p:cNvPr id="134" name="Oval 10"/>
                  <p:cNvSpPr>
                    <a:spLocks noChangeArrowheads="1"/>
                  </p:cNvSpPr>
                  <p:nvPr/>
                </p:nvSpPr>
                <p:spPr bwMode="hidden">
                  <a:xfrm>
                    <a:off x="2380" y="1601"/>
                    <a:ext cx="579" cy="406"/>
                  </a:xfrm>
                  <a:prstGeom prst="ellipse">
                    <a:avLst/>
                  </a:prstGeom>
                  <a:gradFill rotWithShape="0">
                    <a:gsLst>
                      <a:gs pos="0">
                        <a:schemeClr val="accent2"/>
                      </a:gs>
                      <a:gs pos="100000">
                        <a:schemeClr val="bg2"/>
                      </a:gs>
                    </a:gsLst>
                    <a:path path="shape">
                      <a:fillToRect l="50000" t="50000" r="50000" b="50000"/>
                    </a:path>
                  </a:gradFill>
                  <a:ln w="9525">
                    <a:noFill/>
                    <a:round/>
                    <a:headEnd/>
                    <a:tailEnd/>
                  </a:ln>
                </p:spPr>
                <p:txBody>
                  <a:bodyPr wrap="none" anchor="ctr"/>
                  <a:lstStyle/>
                  <a:p>
                    <a:pPr eaLnBrk="1" hangingPunct="1"/>
                    <a:endParaRPr lang="ru-RU"/>
                  </a:p>
                </p:txBody>
              </p:sp>
            </p:grpSp>
            <p:grpSp>
              <p:nvGrpSpPr>
                <p:cNvPr id="34" name="Group 11"/>
                <p:cNvGrpSpPr>
                  <a:grpSpLocks/>
                </p:cNvGrpSpPr>
                <p:nvPr/>
              </p:nvGrpSpPr>
              <p:grpSpPr bwMode="auto">
                <a:xfrm>
                  <a:off x="0" y="0"/>
                  <a:ext cx="5470" cy="4341"/>
                  <a:chOff x="0" y="0"/>
                  <a:chExt cx="5470" cy="4341"/>
                </a:xfrm>
              </p:grpSpPr>
              <p:grpSp>
                <p:nvGrpSpPr>
                  <p:cNvPr id="35" name="Group 12"/>
                  <p:cNvGrpSpPr>
                    <a:grpSpLocks/>
                  </p:cNvGrpSpPr>
                  <p:nvPr/>
                </p:nvGrpSpPr>
                <p:grpSpPr bwMode="auto">
                  <a:xfrm>
                    <a:off x="3545" y="1502"/>
                    <a:ext cx="1258" cy="2327"/>
                    <a:chOff x="3471" y="1530"/>
                    <a:chExt cx="1258" cy="2327"/>
                  </a:xfrm>
                </p:grpSpPr>
                <p:sp>
                  <p:nvSpPr>
                    <p:cNvPr id="131" name="Freeform 13"/>
                    <p:cNvSpPr>
                      <a:spLocks/>
                    </p:cNvSpPr>
                    <p:nvPr/>
                  </p:nvSpPr>
                  <p:spPr bwMode="hidden">
                    <a:xfrm rot="2711884">
                      <a:off x="2765" y="2236"/>
                      <a:ext cx="1724" cy="312"/>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p:spPr>
                  <p:txBody>
                    <a:bodyPr wrap="none" anchor="ctr"/>
                    <a:lstStyle/>
                    <a:p>
                      <a:endParaRPr lang="ru-RU"/>
                    </a:p>
                  </p:txBody>
                </p:sp>
                <p:sp>
                  <p:nvSpPr>
                    <p:cNvPr id="132" name="Freeform 14"/>
                    <p:cNvSpPr>
                      <a:spLocks/>
                    </p:cNvSpPr>
                    <p:nvPr/>
                  </p:nvSpPr>
                  <p:spPr bwMode="hidden">
                    <a:xfrm rot="2711884">
                      <a:off x="4023" y="3148"/>
                      <a:ext cx="922" cy="490"/>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p:spPr>
                  <p:txBody>
                    <a:bodyPr wrap="none" anchor="ctr"/>
                    <a:lstStyle/>
                    <a:p>
                      <a:endParaRPr lang="ru-RU"/>
                    </a:p>
                  </p:txBody>
                </p:sp>
              </p:grpSp>
              <p:grpSp>
                <p:nvGrpSpPr>
                  <p:cNvPr id="36" name="Group 15"/>
                  <p:cNvGrpSpPr>
                    <a:grpSpLocks/>
                  </p:cNvGrpSpPr>
                  <p:nvPr/>
                </p:nvGrpSpPr>
                <p:grpSpPr bwMode="auto">
                  <a:xfrm>
                    <a:off x="2938" y="1991"/>
                    <a:ext cx="2463" cy="1332"/>
                    <a:chOff x="2864" y="2019"/>
                    <a:chExt cx="2463" cy="1332"/>
                  </a:xfrm>
                </p:grpSpPr>
                <p:sp>
                  <p:nvSpPr>
                    <p:cNvPr id="129" name="Freeform 16"/>
                    <p:cNvSpPr>
                      <a:spLocks/>
                    </p:cNvSpPr>
                    <p:nvPr/>
                  </p:nvSpPr>
                  <p:spPr bwMode="hidden">
                    <a:xfrm rot="2104081">
                      <a:off x="2864" y="2022"/>
                      <a:ext cx="1814" cy="344"/>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sp>
                  <p:nvSpPr>
                    <p:cNvPr id="130" name="Freeform 17"/>
                    <p:cNvSpPr>
                      <a:spLocks/>
                    </p:cNvSpPr>
                    <p:nvPr/>
                  </p:nvSpPr>
                  <p:spPr bwMode="hidden">
                    <a:xfrm rot="2104081">
                      <a:off x="4352" y="2806"/>
                      <a:ext cx="975" cy="545"/>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p:spPr>
                  <p:txBody>
                    <a:bodyPr wrap="none" anchor="ctr"/>
                    <a:lstStyle/>
                    <a:p>
                      <a:endParaRPr lang="ru-RU"/>
                    </a:p>
                  </p:txBody>
                </p:sp>
              </p:grpSp>
              <p:grpSp>
                <p:nvGrpSpPr>
                  <p:cNvPr id="37" name="Group 18"/>
                  <p:cNvGrpSpPr>
                    <a:grpSpLocks/>
                  </p:cNvGrpSpPr>
                  <p:nvPr/>
                </p:nvGrpSpPr>
                <p:grpSpPr bwMode="auto">
                  <a:xfrm>
                    <a:off x="2971" y="1804"/>
                    <a:ext cx="2477" cy="1064"/>
                    <a:chOff x="2897" y="1832"/>
                    <a:chExt cx="2477" cy="1064"/>
                  </a:xfrm>
                </p:grpSpPr>
                <p:sp>
                  <p:nvSpPr>
                    <p:cNvPr id="127" name="Freeform 19"/>
                    <p:cNvSpPr>
                      <a:spLocks/>
                    </p:cNvSpPr>
                    <p:nvPr/>
                  </p:nvSpPr>
                  <p:spPr bwMode="hidden">
                    <a:xfrm rot="1582915">
                      <a:off x="2897" y="1832"/>
                      <a:ext cx="1735" cy="304"/>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sp>
                  <p:nvSpPr>
                    <p:cNvPr id="128" name="Freeform 20"/>
                    <p:cNvSpPr>
                      <a:spLocks/>
                    </p:cNvSpPr>
                    <p:nvPr/>
                  </p:nvSpPr>
                  <p:spPr bwMode="hidden">
                    <a:xfrm rot="1582915">
                      <a:off x="4442" y="2420"/>
                      <a:ext cx="932" cy="476"/>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p:spPr>
                  <p:txBody>
                    <a:bodyPr wrap="none" anchor="ctr"/>
                    <a:lstStyle/>
                    <a:p>
                      <a:endParaRPr lang="ru-RU"/>
                    </a:p>
                  </p:txBody>
                </p:sp>
              </p:grpSp>
              <p:grpSp>
                <p:nvGrpSpPr>
                  <p:cNvPr id="38" name="Group 21"/>
                  <p:cNvGrpSpPr>
                    <a:grpSpLocks/>
                  </p:cNvGrpSpPr>
                  <p:nvPr/>
                </p:nvGrpSpPr>
                <p:grpSpPr bwMode="auto">
                  <a:xfrm>
                    <a:off x="2998" y="1608"/>
                    <a:ext cx="2472" cy="927"/>
                    <a:chOff x="2924" y="1636"/>
                    <a:chExt cx="2472" cy="927"/>
                  </a:xfrm>
                </p:grpSpPr>
                <p:sp>
                  <p:nvSpPr>
                    <p:cNvPr id="125" name="Freeform 22"/>
                    <p:cNvSpPr>
                      <a:spLocks/>
                    </p:cNvSpPr>
                    <p:nvPr/>
                  </p:nvSpPr>
                  <p:spPr bwMode="hidden">
                    <a:xfrm rot="1080363">
                      <a:off x="2924" y="1636"/>
                      <a:ext cx="1677" cy="335"/>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sp>
                  <p:nvSpPr>
                    <p:cNvPr id="126" name="Freeform 23"/>
                    <p:cNvSpPr>
                      <a:spLocks/>
                    </p:cNvSpPr>
                    <p:nvPr/>
                  </p:nvSpPr>
                  <p:spPr bwMode="hidden">
                    <a:xfrm rot="1080363">
                      <a:off x="4495" y="2036"/>
                      <a:ext cx="901" cy="527"/>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p:spPr>
                  <p:txBody>
                    <a:bodyPr wrap="none" anchor="ctr"/>
                    <a:lstStyle/>
                    <a:p>
                      <a:endParaRPr lang="ru-RU"/>
                    </a:p>
                  </p:txBody>
                </p:sp>
              </p:grpSp>
              <p:grpSp>
                <p:nvGrpSpPr>
                  <p:cNvPr id="39" name="Group 24"/>
                  <p:cNvGrpSpPr>
                    <a:grpSpLocks/>
                  </p:cNvGrpSpPr>
                  <p:nvPr/>
                </p:nvGrpSpPr>
                <p:grpSpPr bwMode="auto">
                  <a:xfrm>
                    <a:off x="3032" y="1386"/>
                    <a:ext cx="2342" cy="657"/>
                    <a:chOff x="2958" y="1414"/>
                    <a:chExt cx="2342" cy="657"/>
                  </a:xfrm>
                </p:grpSpPr>
                <p:sp>
                  <p:nvSpPr>
                    <p:cNvPr id="123" name="Freeform 25"/>
                    <p:cNvSpPr>
                      <a:spLocks/>
                    </p:cNvSpPr>
                    <p:nvPr/>
                  </p:nvSpPr>
                  <p:spPr bwMode="hidden">
                    <a:xfrm rot="463793">
                      <a:off x="2958" y="1414"/>
                      <a:ext cx="1545" cy="312"/>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sp>
                  <p:nvSpPr>
                    <p:cNvPr id="124" name="Freeform 26"/>
                    <p:cNvSpPr>
                      <a:spLocks/>
                    </p:cNvSpPr>
                    <p:nvPr/>
                  </p:nvSpPr>
                  <p:spPr bwMode="hidden">
                    <a:xfrm rot="463793">
                      <a:off x="4469" y="1582"/>
                      <a:ext cx="828" cy="489"/>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p:spPr>
                  <p:txBody>
                    <a:bodyPr wrap="none" anchor="ctr"/>
                    <a:lstStyle/>
                    <a:p>
                      <a:endParaRPr lang="ru-RU"/>
                    </a:p>
                  </p:txBody>
                </p:sp>
              </p:grpSp>
              <p:grpSp>
                <p:nvGrpSpPr>
                  <p:cNvPr id="40" name="Group 27"/>
                  <p:cNvGrpSpPr>
                    <a:grpSpLocks/>
                  </p:cNvGrpSpPr>
                  <p:nvPr/>
                </p:nvGrpSpPr>
                <p:grpSpPr bwMode="auto">
                  <a:xfrm>
                    <a:off x="3057" y="1241"/>
                    <a:ext cx="2150" cy="343"/>
                    <a:chOff x="2983" y="1269"/>
                    <a:chExt cx="2150" cy="343"/>
                  </a:xfrm>
                </p:grpSpPr>
                <p:sp>
                  <p:nvSpPr>
                    <p:cNvPr id="121" name="Freeform 28"/>
                    <p:cNvSpPr>
                      <a:spLocks/>
                    </p:cNvSpPr>
                    <p:nvPr/>
                  </p:nvSpPr>
                  <p:spPr bwMode="hidden">
                    <a:xfrm rot="-84182">
                      <a:off x="2983" y="1290"/>
                      <a:ext cx="1404" cy="218"/>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sp>
                  <p:nvSpPr>
                    <p:cNvPr id="122" name="Freeform 29"/>
                    <p:cNvSpPr>
                      <a:spLocks/>
                    </p:cNvSpPr>
                    <p:nvPr/>
                  </p:nvSpPr>
                  <p:spPr bwMode="hidden">
                    <a:xfrm rot="-84182">
                      <a:off x="4379" y="1269"/>
                      <a:ext cx="754" cy="340"/>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p:spPr>
                  <p:txBody>
                    <a:bodyPr wrap="none" anchor="ctr"/>
                    <a:lstStyle/>
                    <a:p>
                      <a:endParaRPr lang="ru-RU"/>
                    </a:p>
                  </p:txBody>
                </p:sp>
              </p:grpSp>
              <p:grpSp>
                <p:nvGrpSpPr>
                  <p:cNvPr id="41" name="Group 30"/>
                  <p:cNvGrpSpPr>
                    <a:grpSpLocks/>
                  </p:cNvGrpSpPr>
                  <p:nvPr/>
                </p:nvGrpSpPr>
                <p:grpSpPr bwMode="auto">
                  <a:xfrm>
                    <a:off x="3012" y="889"/>
                    <a:ext cx="1879" cy="427"/>
                    <a:chOff x="2938" y="917"/>
                    <a:chExt cx="1879" cy="427"/>
                  </a:xfrm>
                </p:grpSpPr>
                <p:sp>
                  <p:nvSpPr>
                    <p:cNvPr id="119" name="Freeform 31"/>
                    <p:cNvSpPr>
                      <a:spLocks/>
                    </p:cNvSpPr>
                    <p:nvPr/>
                  </p:nvSpPr>
                  <p:spPr bwMode="hidden">
                    <a:xfrm rot="-802576">
                      <a:off x="2938" y="1129"/>
                      <a:ext cx="1232" cy="215"/>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sp>
                  <p:nvSpPr>
                    <p:cNvPr id="120" name="Freeform 32"/>
                    <p:cNvSpPr>
                      <a:spLocks/>
                    </p:cNvSpPr>
                    <p:nvPr/>
                  </p:nvSpPr>
                  <p:spPr bwMode="hidden">
                    <a:xfrm rot="-802576">
                      <a:off x="4155" y="920"/>
                      <a:ext cx="662" cy="335"/>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p:spPr>
                  <p:txBody>
                    <a:bodyPr wrap="none" anchor="ctr"/>
                    <a:lstStyle/>
                    <a:p>
                      <a:endParaRPr lang="ru-RU"/>
                    </a:p>
                  </p:txBody>
                </p:sp>
              </p:grpSp>
              <p:grpSp>
                <p:nvGrpSpPr>
                  <p:cNvPr id="42" name="Group 33"/>
                  <p:cNvGrpSpPr>
                    <a:grpSpLocks/>
                  </p:cNvGrpSpPr>
                  <p:nvPr/>
                </p:nvGrpSpPr>
                <p:grpSpPr bwMode="auto">
                  <a:xfrm>
                    <a:off x="711" y="1625"/>
                    <a:ext cx="1257" cy="2326"/>
                    <a:chOff x="637" y="1653"/>
                    <a:chExt cx="1257" cy="2326"/>
                  </a:xfrm>
                </p:grpSpPr>
                <p:sp>
                  <p:nvSpPr>
                    <p:cNvPr id="117" name="Freeform 34"/>
                    <p:cNvSpPr>
                      <a:spLocks/>
                    </p:cNvSpPr>
                    <p:nvPr/>
                  </p:nvSpPr>
                  <p:spPr bwMode="hidden">
                    <a:xfrm rot="18888116" flipH="1">
                      <a:off x="876" y="2358"/>
                      <a:ext cx="1724" cy="313"/>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118" name="Freeform 35"/>
                    <p:cNvSpPr>
                      <a:spLocks/>
                    </p:cNvSpPr>
                    <p:nvPr/>
                  </p:nvSpPr>
                  <p:spPr bwMode="hidden">
                    <a:xfrm rot="18888116" flipH="1">
                      <a:off x="419" y="3271"/>
                      <a:ext cx="926" cy="490"/>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p:spPr>
                  <p:txBody>
                    <a:bodyPr wrap="none" anchor="ctr"/>
                    <a:lstStyle/>
                    <a:p>
                      <a:endParaRPr lang="ru-RU"/>
                    </a:p>
                  </p:txBody>
                </p:sp>
              </p:grpSp>
              <p:grpSp>
                <p:nvGrpSpPr>
                  <p:cNvPr id="43" name="Group 36"/>
                  <p:cNvGrpSpPr>
                    <a:grpSpLocks/>
                  </p:cNvGrpSpPr>
                  <p:nvPr/>
                </p:nvGrpSpPr>
                <p:grpSpPr bwMode="auto">
                  <a:xfrm>
                    <a:off x="69" y="2168"/>
                    <a:ext cx="2463" cy="1332"/>
                    <a:chOff x="-5" y="2196"/>
                    <a:chExt cx="2463" cy="1332"/>
                  </a:xfrm>
                </p:grpSpPr>
                <p:sp>
                  <p:nvSpPr>
                    <p:cNvPr id="115" name="Freeform 37"/>
                    <p:cNvSpPr>
                      <a:spLocks/>
                    </p:cNvSpPr>
                    <p:nvPr/>
                  </p:nvSpPr>
                  <p:spPr bwMode="hidden">
                    <a:xfrm rot="19495919" flipH="1">
                      <a:off x="644" y="2196"/>
                      <a:ext cx="1814" cy="348"/>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116" name="Freeform 38"/>
                    <p:cNvSpPr>
                      <a:spLocks/>
                    </p:cNvSpPr>
                    <p:nvPr/>
                  </p:nvSpPr>
                  <p:spPr bwMode="hidden">
                    <a:xfrm rot="19495919" flipH="1">
                      <a:off x="-2" y="2984"/>
                      <a:ext cx="976" cy="547"/>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p:spPr>
                  <p:txBody>
                    <a:bodyPr wrap="none" anchor="ctr"/>
                    <a:lstStyle/>
                    <a:p>
                      <a:endParaRPr lang="ru-RU"/>
                    </a:p>
                  </p:txBody>
                </p:sp>
              </p:grpSp>
              <p:grpSp>
                <p:nvGrpSpPr>
                  <p:cNvPr id="44" name="Group 39"/>
                  <p:cNvGrpSpPr>
                    <a:grpSpLocks/>
                  </p:cNvGrpSpPr>
                  <p:nvPr/>
                </p:nvGrpSpPr>
                <p:grpSpPr bwMode="auto">
                  <a:xfrm>
                    <a:off x="22" y="1981"/>
                    <a:ext cx="2477" cy="1064"/>
                    <a:chOff x="-52" y="2009"/>
                    <a:chExt cx="2477" cy="1064"/>
                  </a:xfrm>
                </p:grpSpPr>
                <p:sp>
                  <p:nvSpPr>
                    <p:cNvPr id="113" name="Freeform 40"/>
                    <p:cNvSpPr>
                      <a:spLocks/>
                    </p:cNvSpPr>
                    <p:nvPr/>
                  </p:nvSpPr>
                  <p:spPr bwMode="hidden">
                    <a:xfrm rot="20017085" flipH="1">
                      <a:off x="689" y="2009"/>
                      <a:ext cx="1733" cy="304"/>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114" name="Freeform 41"/>
                    <p:cNvSpPr>
                      <a:spLocks/>
                    </p:cNvSpPr>
                    <p:nvPr/>
                  </p:nvSpPr>
                  <p:spPr bwMode="hidden">
                    <a:xfrm rot="20017085" flipH="1">
                      <a:off x="-52" y="2596"/>
                      <a:ext cx="932" cy="474"/>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grpSp>
              <p:grpSp>
                <p:nvGrpSpPr>
                  <p:cNvPr id="45" name="Group 42"/>
                  <p:cNvGrpSpPr>
                    <a:grpSpLocks/>
                  </p:cNvGrpSpPr>
                  <p:nvPr/>
                </p:nvGrpSpPr>
                <p:grpSpPr bwMode="auto">
                  <a:xfrm>
                    <a:off x="0" y="1785"/>
                    <a:ext cx="2472" cy="927"/>
                    <a:chOff x="-74" y="1813"/>
                    <a:chExt cx="2472" cy="927"/>
                  </a:xfrm>
                </p:grpSpPr>
                <p:sp>
                  <p:nvSpPr>
                    <p:cNvPr id="111" name="Freeform 43"/>
                    <p:cNvSpPr>
                      <a:spLocks/>
                    </p:cNvSpPr>
                    <p:nvPr/>
                  </p:nvSpPr>
                  <p:spPr bwMode="hidden">
                    <a:xfrm rot="20519637" flipH="1">
                      <a:off x="720" y="1816"/>
                      <a:ext cx="1675" cy="336"/>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112" name="Freeform 44"/>
                    <p:cNvSpPr>
                      <a:spLocks/>
                    </p:cNvSpPr>
                    <p:nvPr/>
                  </p:nvSpPr>
                  <p:spPr bwMode="hidden">
                    <a:xfrm rot="20519637" flipH="1">
                      <a:off x="-74" y="2214"/>
                      <a:ext cx="901" cy="529"/>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grpSp>
              <p:grpSp>
                <p:nvGrpSpPr>
                  <p:cNvPr id="46" name="Group 45"/>
                  <p:cNvGrpSpPr>
                    <a:grpSpLocks/>
                  </p:cNvGrpSpPr>
                  <p:nvPr/>
                </p:nvGrpSpPr>
                <p:grpSpPr bwMode="auto">
                  <a:xfrm>
                    <a:off x="96" y="1563"/>
                    <a:ext cx="2342" cy="657"/>
                    <a:chOff x="22" y="1591"/>
                    <a:chExt cx="2342" cy="657"/>
                  </a:xfrm>
                </p:grpSpPr>
                <p:sp>
                  <p:nvSpPr>
                    <p:cNvPr id="109" name="Freeform 46"/>
                    <p:cNvSpPr>
                      <a:spLocks/>
                    </p:cNvSpPr>
                    <p:nvPr/>
                  </p:nvSpPr>
                  <p:spPr bwMode="hidden">
                    <a:xfrm rot="21136207" flipH="1">
                      <a:off x="819" y="1591"/>
                      <a:ext cx="1545" cy="312"/>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110" name="Freeform 47"/>
                    <p:cNvSpPr>
                      <a:spLocks/>
                    </p:cNvSpPr>
                    <p:nvPr/>
                  </p:nvSpPr>
                  <p:spPr bwMode="hidden">
                    <a:xfrm rot="21136207" flipH="1">
                      <a:off x="25" y="1758"/>
                      <a:ext cx="828" cy="487"/>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grpSp>
              <p:grpSp>
                <p:nvGrpSpPr>
                  <p:cNvPr id="47" name="Group 48"/>
                  <p:cNvGrpSpPr>
                    <a:grpSpLocks/>
                  </p:cNvGrpSpPr>
                  <p:nvPr/>
                </p:nvGrpSpPr>
                <p:grpSpPr bwMode="auto">
                  <a:xfrm>
                    <a:off x="263" y="1418"/>
                    <a:ext cx="2150" cy="343"/>
                    <a:chOff x="189" y="1446"/>
                    <a:chExt cx="2150" cy="343"/>
                  </a:xfrm>
                </p:grpSpPr>
                <p:sp>
                  <p:nvSpPr>
                    <p:cNvPr id="107" name="Freeform 49"/>
                    <p:cNvSpPr>
                      <a:spLocks/>
                    </p:cNvSpPr>
                    <p:nvPr/>
                  </p:nvSpPr>
                  <p:spPr bwMode="hidden">
                    <a:xfrm rot="84182" flipH="1">
                      <a:off x="934" y="1466"/>
                      <a:ext cx="1402" cy="219"/>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108" name="Freeform 50"/>
                    <p:cNvSpPr>
                      <a:spLocks/>
                    </p:cNvSpPr>
                    <p:nvPr/>
                  </p:nvSpPr>
                  <p:spPr bwMode="hidden">
                    <a:xfrm rot="84182" flipH="1">
                      <a:off x="189" y="1443"/>
                      <a:ext cx="754" cy="346"/>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grpSp>
              <p:grpSp>
                <p:nvGrpSpPr>
                  <p:cNvPr id="48" name="Group 51"/>
                  <p:cNvGrpSpPr>
                    <a:grpSpLocks/>
                  </p:cNvGrpSpPr>
                  <p:nvPr/>
                </p:nvGrpSpPr>
                <p:grpSpPr bwMode="auto">
                  <a:xfrm>
                    <a:off x="579" y="1066"/>
                    <a:ext cx="1879" cy="427"/>
                    <a:chOff x="505" y="1094"/>
                    <a:chExt cx="1879" cy="427"/>
                  </a:xfrm>
                </p:grpSpPr>
                <p:sp>
                  <p:nvSpPr>
                    <p:cNvPr id="105" name="Freeform 52"/>
                    <p:cNvSpPr>
                      <a:spLocks/>
                    </p:cNvSpPr>
                    <p:nvPr/>
                  </p:nvSpPr>
                  <p:spPr bwMode="hidden">
                    <a:xfrm rot="802576" flipH="1">
                      <a:off x="1152" y="1306"/>
                      <a:ext cx="1232" cy="215"/>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106" name="Freeform 53"/>
                    <p:cNvSpPr>
                      <a:spLocks/>
                    </p:cNvSpPr>
                    <p:nvPr/>
                  </p:nvSpPr>
                  <p:spPr bwMode="hidden">
                    <a:xfrm rot="802576" flipH="1">
                      <a:off x="505" y="1094"/>
                      <a:ext cx="662" cy="340"/>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p:spPr>
                  <p:txBody>
                    <a:bodyPr wrap="none" anchor="ctr"/>
                    <a:lstStyle/>
                    <a:p>
                      <a:endParaRPr lang="ru-RU"/>
                    </a:p>
                  </p:txBody>
                </p:sp>
              </p:grpSp>
              <p:grpSp>
                <p:nvGrpSpPr>
                  <p:cNvPr id="49" name="Group 54"/>
                  <p:cNvGrpSpPr>
                    <a:grpSpLocks/>
                  </p:cNvGrpSpPr>
                  <p:nvPr/>
                </p:nvGrpSpPr>
                <p:grpSpPr bwMode="auto">
                  <a:xfrm>
                    <a:off x="690" y="871"/>
                    <a:ext cx="1850" cy="554"/>
                    <a:chOff x="616" y="899"/>
                    <a:chExt cx="1850" cy="554"/>
                  </a:xfrm>
                </p:grpSpPr>
                <p:sp>
                  <p:nvSpPr>
                    <p:cNvPr id="103" name="Freeform 55"/>
                    <p:cNvSpPr>
                      <a:spLocks/>
                    </p:cNvSpPr>
                    <p:nvPr/>
                  </p:nvSpPr>
                  <p:spPr bwMode="hidden">
                    <a:xfrm rot="1277471" flipH="1">
                      <a:off x="1233" y="1238"/>
                      <a:ext cx="1233" cy="215"/>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104" name="Freeform 56"/>
                    <p:cNvSpPr>
                      <a:spLocks/>
                    </p:cNvSpPr>
                    <p:nvPr/>
                  </p:nvSpPr>
                  <p:spPr bwMode="hidden">
                    <a:xfrm rot="1277471" flipH="1">
                      <a:off x="616" y="902"/>
                      <a:ext cx="662" cy="335"/>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p:spPr>
                  <p:txBody>
                    <a:bodyPr wrap="none" anchor="ctr"/>
                    <a:lstStyle/>
                    <a:p>
                      <a:endParaRPr lang="ru-RU"/>
                    </a:p>
                  </p:txBody>
                </p:sp>
              </p:grpSp>
              <p:grpSp>
                <p:nvGrpSpPr>
                  <p:cNvPr id="50" name="Group 57"/>
                  <p:cNvGrpSpPr>
                    <a:grpSpLocks/>
                  </p:cNvGrpSpPr>
                  <p:nvPr/>
                </p:nvGrpSpPr>
                <p:grpSpPr bwMode="auto">
                  <a:xfrm>
                    <a:off x="911" y="589"/>
                    <a:ext cx="1767" cy="743"/>
                    <a:chOff x="911" y="589"/>
                    <a:chExt cx="1767" cy="743"/>
                  </a:xfrm>
                </p:grpSpPr>
                <p:sp>
                  <p:nvSpPr>
                    <p:cNvPr id="101" name="Freeform 58"/>
                    <p:cNvSpPr>
                      <a:spLocks/>
                    </p:cNvSpPr>
                    <p:nvPr/>
                  </p:nvSpPr>
                  <p:spPr bwMode="hidden">
                    <a:xfrm rot="2028410" flipH="1">
                      <a:off x="1446" y="1117"/>
                      <a:ext cx="1232" cy="215"/>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102" name="Freeform 59"/>
                    <p:cNvSpPr>
                      <a:spLocks/>
                    </p:cNvSpPr>
                    <p:nvPr/>
                  </p:nvSpPr>
                  <p:spPr bwMode="hidden">
                    <a:xfrm rot="2028410" flipH="1">
                      <a:off x="911" y="592"/>
                      <a:ext cx="662" cy="335"/>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p:spPr>
                  <p:txBody>
                    <a:bodyPr wrap="none" anchor="ctr"/>
                    <a:lstStyle/>
                    <a:p>
                      <a:endParaRPr lang="ru-RU"/>
                    </a:p>
                  </p:txBody>
                </p:sp>
              </p:grpSp>
              <p:grpSp>
                <p:nvGrpSpPr>
                  <p:cNvPr id="51" name="Group 60"/>
                  <p:cNvGrpSpPr>
                    <a:grpSpLocks/>
                  </p:cNvGrpSpPr>
                  <p:nvPr/>
                </p:nvGrpSpPr>
                <p:grpSpPr bwMode="auto">
                  <a:xfrm>
                    <a:off x="1120" y="300"/>
                    <a:ext cx="1693" cy="892"/>
                    <a:chOff x="1120" y="300"/>
                    <a:chExt cx="1693" cy="892"/>
                  </a:xfrm>
                </p:grpSpPr>
                <p:sp>
                  <p:nvSpPr>
                    <p:cNvPr id="99" name="Freeform 61"/>
                    <p:cNvSpPr>
                      <a:spLocks/>
                    </p:cNvSpPr>
                    <p:nvPr/>
                  </p:nvSpPr>
                  <p:spPr bwMode="hidden">
                    <a:xfrm rot="2664424" flipH="1">
                      <a:off x="1562" y="977"/>
                      <a:ext cx="1251" cy="215"/>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100" name="Freeform 62"/>
                    <p:cNvSpPr>
                      <a:spLocks/>
                    </p:cNvSpPr>
                    <p:nvPr/>
                  </p:nvSpPr>
                  <p:spPr bwMode="hidden">
                    <a:xfrm rot="2664424" flipH="1">
                      <a:off x="1120" y="300"/>
                      <a:ext cx="672" cy="339"/>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p:spPr>
                  <p:txBody>
                    <a:bodyPr wrap="none" anchor="ctr"/>
                    <a:lstStyle/>
                    <a:p>
                      <a:endParaRPr lang="ru-RU"/>
                    </a:p>
                  </p:txBody>
                </p:sp>
              </p:grpSp>
              <p:grpSp>
                <p:nvGrpSpPr>
                  <p:cNvPr id="52" name="Group 63"/>
                  <p:cNvGrpSpPr>
                    <a:grpSpLocks/>
                  </p:cNvGrpSpPr>
                  <p:nvPr/>
                </p:nvGrpSpPr>
                <p:grpSpPr bwMode="auto">
                  <a:xfrm>
                    <a:off x="1707" y="76"/>
                    <a:ext cx="778" cy="1512"/>
                    <a:chOff x="1633" y="104"/>
                    <a:chExt cx="778" cy="1512"/>
                  </a:xfrm>
                </p:grpSpPr>
                <p:sp>
                  <p:nvSpPr>
                    <p:cNvPr id="97" name="Freeform 64"/>
                    <p:cNvSpPr>
                      <a:spLocks/>
                    </p:cNvSpPr>
                    <p:nvPr/>
                  </p:nvSpPr>
                  <p:spPr bwMode="hidden">
                    <a:xfrm rot="3473776" flipH="1">
                      <a:off x="1750" y="961"/>
                      <a:ext cx="1103" cy="214"/>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98" name="Freeform 65"/>
                    <p:cNvSpPr>
                      <a:spLocks/>
                    </p:cNvSpPr>
                    <p:nvPr/>
                  </p:nvSpPr>
                  <p:spPr bwMode="hidden">
                    <a:xfrm rot="3473776" flipH="1">
                      <a:off x="1506" y="231"/>
                      <a:ext cx="591" cy="337"/>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p:spPr>
                  <p:txBody>
                    <a:bodyPr wrap="none" anchor="ctr"/>
                    <a:lstStyle/>
                    <a:p>
                      <a:endParaRPr lang="ru-RU"/>
                    </a:p>
                  </p:txBody>
                </p:sp>
              </p:grpSp>
              <p:grpSp>
                <p:nvGrpSpPr>
                  <p:cNvPr id="53" name="Group 66"/>
                  <p:cNvGrpSpPr>
                    <a:grpSpLocks/>
                  </p:cNvGrpSpPr>
                  <p:nvPr/>
                </p:nvGrpSpPr>
                <p:grpSpPr bwMode="auto">
                  <a:xfrm>
                    <a:off x="2009" y="0"/>
                    <a:ext cx="634" cy="1534"/>
                    <a:chOff x="1935" y="28"/>
                    <a:chExt cx="634" cy="1534"/>
                  </a:xfrm>
                </p:grpSpPr>
                <p:sp>
                  <p:nvSpPr>
                    <p:cNvPr id="95" name="Freeform 67"/>
                    <p:cNvSpPr>
                      <a:spLocks/>
                    </p:cNvSpPr>
                    <p:nvPr/>
                  </p:nvSpPr>
                  <p:spPr bwMode="hidden">
                    <a:xfrm rot="4126480" flipH="1">
                      <a:off x="1928" y="927"/>
                      <a:ext cx="1063" cy="214"/>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96" name="Freeform 68"/>
                    <p:cNvSpPr>
                      <a:spLocks/>
                    </p:cNvSpPr>
                    <p:nvPr/>
                  </p:nvSpPr>
                  <p:spPr bwMode="hidden">
                    <a:xfrm rot="4126480" flipH="1">
                      <a:off x="1821" y="148"/>
                      <a:ext cx="569" cy="335"/>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p:spPr>
                  <p:txBody>
                    <a:bodyPr wrap="none" anchor="ctr"/>
                    <a:lstStyle/>
                    <a:p>
                      <a:endParaRPr lang="ru-RU"/>
                    </a:p>
                  </p:txBody>
                </p:sp>
              </p:grpSp>
              <p:grpSp>
                <p:nvGrpSpPr>
                  <p:cNvPr id="54" name="Group 69"/>
                  <p:cNvGrpSpPr>
                    <a:grpSpLocks/>
                  </p:cNvGrpSpPr>
                  <p:nvPr/>
                </p:nvGrpSpPr>
                <p:grpSpPr bwMode="auto">
                  <a:xfrm>
                    <a:off x="2896" y="644"/>
                    <a:ext cx="1845" cy="566"/>
                    <a:chOff x="2822" y="672"/>
                    <a:chExt cx="1845" cy="566"/>
                  </a:xfrm>
                </p:grpSpPr>
                <p:sp>
                  <p:nvSpPr>
                    <p:cNvPr id="93" name="Freeform 70"/>
                    <p:cNvSpPr>
                      <a:spLocks/>
                    </p:cNvSpPr>
                    <p:nvPr/>
                  </p:nvSpPr>
                  <p:spPr bwMode="hidden">
                    <a:xfrm rot="-1325434">
                      <a:off x="2825" y="1023"/>
                      <a:ext cx="1231" cy="215"/>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sp>
                  <p:nvSpPr>
                    <p:cNvPr id="94" name="Freeform 71"/>
                    <p:cNvSpPr>
                      <a:spLocks/>
                    </p:cNvSpPr>
                    <p:nvPr/>
                  </p:nvSpPr>
                  <p:spPr bwMode="hidden">
                    <a:xfrm rot="-1325434">
                      <a:off x="4007" y="672"/>
                      <a:ext cx="663" cy="340"/>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p:spPr>
                  <p:txBody>
                    <a:bodyPr wrap="none" anchor="ctr"/>
                    <a:lstStyle/>
                    <a:p>
                      <a:endParaRPr lang="ru-RU"/>
                    </a:p>
                  </p:txBody>
                </p:sp>
              </p:grpSp>
              <p:grpSp>
                <p:nvGrpSpPr>
                  <p:cNvPr id="55" name="Group 72"/>
                  <p:cNvGrpSpPr>
                    <a:grpSpLocks/>
                  </p:cNvGrpSpPr>
                  <p:nvPr/>
                </p:nvGrpSpPr>
                <p:grpSpPr bwMode="auto">
                  <a:xfrm>
                    <a:off x="2757" y="417"/>
                    <a:ext cx="1781" cy="717"/>
                    <a:chOff x="2683" y="445"/>
                    <a:chExt cx="1781" cy="717"/>
                  </a:xfrm>
                </p:grpSpPr>
                <p:sp>
                  <p:nvSpPr>
                    <p:cNvPr id="91" name="Freeform 73"/>
                    <p:cNvSpPr>
                      <a:spLocks/>
                    </p:cNvSpPr>
                    <p:nvPr/>
                  </p:nvSpPr>
                  <p:spPr bwMode="hidden">
                    <a:xfrm rot="-1921064">
                      <a:off x="2683" y="947"/>
                      <a:ext cx="1232" cy="215"/>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sp>
                  <p:nvSpPr>
                    <p:cNvPr id="92" name="Freeform 74"/>
                    <p:cNvSpPr>
                      <a:spLocks/>
                    </p:cNvSpPr>
                    <p:nvPr/>
                  </p:nvSpPr>
                  <p:spPr bwMode="hidden">
                    <a:xfrm rot="-1921064">
                      <a:off x="3802" y="445"/>
                      <a:ext cx="662" cy="339"/>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p:spPr>
                  <p:txBody>
                    <a:bodyPr wrap="none" anchor="ctr"/>
                    <a:lstStyle/>
                    <a:p>
                      <a:endParaRPr lang="ru-RU"/>
                    </a:p>
                  </p:txBody>
                </p:sp>
              </p:grpSp>
              <p:sp>
                <p:nvSpPr>
                  <p:cNvPr id="56" name="Freeform 75"/>
                  <p:cNvSpPr>
                    <a:spLocks/>
                  </p:cNvSpPr>
                  <p:nvPr/>
                </p:nvSpPr>
                <p:spPr bwMode="hidden">
                  <a:xfrm rot="4578755" flipH="1">
                    <a:off x="2176" y="949"/>
                    <a:ext cx="1026" cy="145"/>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a:noFill/>
                    <a:round/>
                    <a:headEnd/>
                    <a:tailEnd/>
                  </a:ln>
                </p:spPr>
                <p:txBody>
                  <a:bodyPr wrap="none" anchor="ctr"/>
                  <a:lstStyle/>
                  <a:p>
                    <a:endParaRPr lang="ru-RU"/>
                  </a:p>
                </p:txBody>
              </p:sp>
              <p:sp>
                <p:nvSpPr>
                  <p:cNvPr id="57" name="Freeform 76"/>
                  <p:cNvSpPr>
                    <a:spLocks/>
                  </p:cNvSpPr>
                  <p:nvPr/>
                </p:nvSpPr>
                <p:spPr bwMode="hidden">
                  <a:xfrm rot="4578755" flipH="1">
                    <a:off x="2197" y="196"/>
                    <a:ext cx="552" cy="229"/>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p:spPr>
                <p:txBody>
                  <a:bodyPr wrap="none" anchor="ctr"/>
                  <a:lstStyle/>
                  <a:p>
                    <a:endParaRPr lang="ru-RU"/>
                  </a:p>
                </p:txBody>
              </p:sp>
              <p:grpSp>
                <p:nvGrpSpPr>
                  <p:cNvPr id="58" name="Group 77"/>
                  <p:cNvGrpSpPr>
                    <a:grpSpLocks/>
                  </p:cNvGrpSpPr>
                  <p:nvPr/>
                </p:nvGrpSpPr>
                <p:grpSpPr bwMode="auto">
                  <a:xfrm>
                    <a:off x="2874" y="13"/>
                    <a:ext cx="640" cy="1520"/>
                    <a:chOff x="2800" y="41"/>
                    <a:chExt cx="640" cy="1520"/>
                  </a:xfrm>
                </p:grpSpPr>
                <p:sp>
                  <p:nvSpPr>
                    <p:cNvPr id="89" name="Freeform 78"/>
                    <p:cNvSpPr>
                      <a:spLocks/>
                    </p:cNvSpPr>
                    <p:nvPr/>
                  </p:nvSpPr>
                  <p:spPr bwMode="hidden">
                    <a:xfrm rot="-3857755">
                      <a:off x="2355" y="939"/>
                      <a:ext cx="1063" cy="185"/>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sp>
                  <p:nvSpPr>
                    <p:cNvPr id="90" name="Freeform 79"/>
                    <p:cNvSpPr>
                      <a:spLocks/>
                    </p:cNvSpPr>
                    <p:nvPr/>
                  </p:nvSpPr>
                  <p:spPr bwMode="hidden">
                    <a:xfrm rot="-3857755">
                      <a:off x="3010" y="182"/>
                      <a:ext cx="569" cy="291"/>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p:spPr>
                  <p:txBody>
                    <a:bodyPr wrap="none" anchor="ctr"/>
                    <a:lstStyle/>
                    <a:p>
                      <a:endParaRPr lang="ru-RU"/>
                    </a:p>
                  </p:txBody>
                </p:sp>
              </p:grpSp>
              <p:grpSp>
                <p:nvGrpSpPr>
                  <p:cNvPr id="59" name="Group 80"/>
                  <p:cNvGrpSpPr>
                    <a:grpSpLocks/>
                  </p:cNvGrpSpPr>
                  <p:nvPr/>
                </p:nvGrpSpPr>
                <p:grpSpPr bwMode="auto">
                  <a:xfrm>
                    <a:off x="3008" y="135"/>
                    <a:ext cx="1017" cy="1464"/>
                    <a:chOff x="2934" y="163"/>
                    <a:chExt cx="1017" cy="1464"/>
                  </a:xfrm>
                </p:grpSpPr>
                <p:sp>
                  <p:nvSpPr>
                    <p:cNvPr id="87" name="Freeform 81"/>
                    <p:cNvSpPr>
                      <a:spLocks/>
                    </p:cNvSpPr>
                    <p:nvPr/>
                  </p:nvSpPr>
                  <p:spPr bwMode="hidden">
                    <a:xfrm rot="-2777260">
                      <a:off x="2497" y="912"/>
                      <a:ext cx="1155" cy="270"/>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sp>
                  <p:nvSpPr>
                    <p:cNvPr id="88" name="Freeform 82"/>
                    <p:cNvSpPr>
                      <a:spLocks/>
                    </p:cNvSpPr>
                    <p:nvPr/>
                  </p:nvSpPr>
                  <p:spPr bwMode="hidden">
                    <a:xfrm rot="-2777260">
                      <a:off x="3431" y="260"/>
                      <a:ext cx="622" cy="426"/>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p:spPr>
                  <p:txBody>
                    <a:bodyPr wrap="none" anchor="ctr"/>
                    <a:lstStyle/>
                    <a:p>
                      <a:endParaRPr lang="ru-RU"/>
                    </a:p>
                  </p:txBody>
                </p:sp>
              </p:grpSp>
              <p:grpSp>
                <p:nvGrpSpPr>
                  <p:cNvPr id="60" name="Group 83"/>
                  <p:cNvGrpSpPr>
                    <a:grpSpLocks/>
                  </p:cNvGrpSpPr>
                  <p:nvPr/>
                </p:nvGrpSpPr>
                <p:grpSpPr bwMode="auto">
                  <a:xfrm>
                    <a:off x="2804" y="4"/>
                    <a:ext cx="243" cy="1448"/>
                    <a:chOff x="2730" y="32"/>
                    <a:chExt cx="243" cy="1448"/>
                  </a:xfrm>
                </p:grpSpPr>
                <p:sp>
                  <p:nvSpPr>
                    <p:cNvPr id="85" name="Freeform 84"/>
                    <p:cNvSpPr>
                      <a:spLocks/>
                    </p:cNvSpPr>
                    <p:nvPr/>
                  </p:nvSpPr>
                  <p:spPr bwMode="hidden">
                    <a:xfrm rot="-4903748">
                      <a:off x="2296" y="960"/>
                      <a:ext cx="954" cy="86"/>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sp>
                  <p:nvSpPr>
                    <p:cNvPr id="86" name="Freeform 85"/>
                    <p:cNvSpPr>
                      <a:spLocks/>
                    </p:cNvSpPr>
                    <p:nvPr/>
                  </p:nvSpPr>
                  <p:spPr bwMode="hidden">
                    <a:xfrm rot="-4903748">
                      <a:off x="2647" y="220"/>
                      <a:ext cx="512" cy="135"/>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p:spPr>
                  <p:txBody>
                    <a:bodyPr wrap="none" anchor="ctr"/>
                    <a:lstStyle/>
                    <a:p>
                      <a:endParaRPr lang="ru-RU"/>
                    </a:p>
                  </p:txBody>
                </p:sp>
              </p:grpSp>
              <p:grpSp>
                <p:nvGrpSpPr>
                  <p:cNvPr id="61" name="Group 86"/>
                  <p:cNvGrpSpPr>
                    <a:grpSpLocks/>
                  </p:cNvGrpSpPr>
                  <p:nvPr/>
                </p:nvGrpSpPr>
                <p:grpSpPr bwMode="auto">
                  <a:xfrm>
                    <a:off x="1017" y="1741"/>
                    <a:ext cx="1085" cy="2450"/>
                    <a:chOff x="943" y="1769"/>
                    <a:chExt cx="1085" cy="2450"/>
                  </a:xfrm>
                </p:grpSpPr>
                <p:sp>
                  <p:nvSpPr>
                    <p:cNvPr id="83" name="Freeform 87"/>
                    <p:cNvSpPr>
                      <a:spLocks/>
                    </p:cNvSpPr>
                    <p:nvPr/>
                  </p:nvSpPr>
                  <p:spPr bwMode="hidden">
                    <a:xfrm rot="18335692" flipH="1">
                      <a:off x="1011" y="2474"/>
                      <a:ext cx="1724" cy="313"/>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84" name="Freeform 88"/>
                    <p:cNvSpPr>
                      <a:spLocks/>
                    </p:cNvSpPr>
                    <p:nvPr/>
                  </p:nvSpPr>
                  <p:spPr bwMode="hidden">
                    <a:xfrm rot="18335692" flipH="1">
                      <a:off x="727" y="3510"/>
                      <a:ext cx="923" cy="489"/>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p:spPr>
                  <p:txBody>
                    <a:bodyPr wrap="none" anchor="ctr"/>
                    <a:lstStyle/>
                    <a:p>
                      <a:endParaRPr lang="ru-RU"/>
                    </a:p>
                  </p:txBody>
                </p:sp>
              </p:grpSp>
              <p:grpSp>
                <p:nvGrpSpPr>
                  <p:cNvPr id="62" name="Group 89"/>
                  <p:cNvGrpSpPr>
                    <a:grpSpLocks/>
                  </p:cNvGrpSpPr>
                  <p:nvPr/>
                </p:nvGrpSpPr>
                <p:grpSpPr bwMode="auto">
                  <a:xfrm>
                    <a:off x="1529" y="1908"/>
                    <a:ext cx="766" cy="2373"/>
                    <a:chOff x="1455" y="1936"/>
                    <a:chExt cx="766" cy="2373"/>
                  </a:xfrm>
                </p:grpSpPr>
                <p:sp>
                  <p:nvSpPr>
                    <p:cNvPr id="81" name="Freeform 90"/>
                    <p:cNvSpPr>
                      <a:spLocks/>
                    </p:cNvSpPr>
                    <p:nvPr/>
                  </p:nvSpPr>
                  <p:spPr bwMode="hidden">
                    <a:xfrm rot="17542885" flipH="1">
                      <a:off x="1269" y="2574"/>
                      <a:ext cx="1595" cy="314"/>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82" name="Freeform 91"/>
                    <p:cNvSpPr>
                      <a:spLocks/>
                    </p:cNvSpPr>
                    <p:nvPr/>
                  </p:nvSpPr>
                  <p:spPr bwMode="hidden">
                    <a:xfrm rot="17542885" flipH="1">
                      <a:off x="1273" y="3635"/>
                      <a:ext cx="856" cy="489"/>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p:spPr>
                  <p:txBody>
                    <a:bodyPr wrap="none" anchor="ctr"/>
                    <a:lstStyle/>
                    <a:p>
                      <a:endParaRPr lang="ru-RU"/>
                    </a:p>
                  </p:txBody>
                </p:sp>
              </p:grpSp>
              <p:grpSp>
                <p:nvGrpSpPr>
                  <p:cNvPr id="63" name="Group 92"/>
                  <p:cNvGrpSpPr>
                    <a:grpSpLocks/>
                  </p:cNvGrpSpPr>
                  <p:nvPr/>
                </p:nvGrpSpPr>
                <p:grpSpPr bwMode="auto">
                  <a:xfrm rot="88588">
                    <a:off x="2061" y="1962"/>
                    <a:ext cx="459" cy="2329"/>
                    <a:chOff x="1956" y="1990"/>
                    <a:chExt cx="492" cy="2604"/>
                  </a:xfrm>
                </p:grpSpPr>
                <p:sp>
                  <p:nvSpPr>
                    <p:cNvPr id="79" name="Freeform 93"/>
                    <p:cNvSpPr>
                      <a:spLocks/>
                    </p:cNvSpPr>
                    <p:nvPr/>
                  </p:nvSpPr>
                  <p:spPr bwMode="hidden">
                    <a:xfrm rot="16782062" flipH="1">
                      <a:off x="1436" y="2693"/>
                      <a:ext cx="1710" cy="298"/>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80" name="Freeform 94"/>
                    <p:cNvSpPr>
                      <a:spLocks/>
                    </p:cNvSpPr>
                    <p:nvPr/>
                  </p:nvSpPr>
                  <p:spPr bwMode="hidden">
                    <a:xfrm rot="16782062" flipH="1">
                      <a:off x="1728" y="3894"/>
                      <a:ext cx="918" cy="471"/>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p:spPr>
                  <p:txBody>
                    <a:bodyPr wrap="none" anchor="ctr"/>
                    <a:lstStyle/>
                    <a:p>
                      <a:endParaRPr lang="ru-RU"/>
                    </a:p>
                  </p:txBody>
                </p:sp>
              </p:grpSp>
              <p:grpSp>
                <p:nvGrpSpPr>
                  <p:cNvPr id="64" name="Group 95"/>
                  <p:cNvGrpSpPr>
                    <a:grpSpLocks/>
                  </p:cNvGrpSpPr>
                  <p:nvPr/>
                </p:nvGrpSpPr>
                <p:grpSpPr bwMode="auto">
                  <a:xfrm>
                    <a:off x="3408" y="1689"/>
                    <a:ext cx="1125" cy="2426"/>
                    <a:chOff x="3334" y="1717"/>
                    <a:chExt cx="1125" cy="2426"/>
                  </a:xfrm>
                </p:grpSpPr>
                <p:sp>
                  <p:nvSpPr>
                    <p:cNvPr id="77" name="Freeform 96"/>
                    <p:cNvSpPr>
                      <a:spLocks/>
                    </p:cNvSpPr>
                    <p:nvPr/>
                  </p:nvSpPr>
                  <p:spPr bwMode="hidden">
                    <a:xfrm rot="3144576">
                      <a:off x="2626" y="2423"/>
                      <a:ext cx="1724" cy="314"/>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p:spPr>
                  <p:txBody>
                    <a:bodyPr wrap="none" anchor="ctr"/>
                    <a:lstStyle/>
                    <a:p>
                      <a:endParaRPr lang="ru-RU"/>
                    </a:p>
                  </p:txBody>
                </p:sp>
                <p:sp>
                  <p:nvSpPr>
                    <p:cNvPr id="78" name="Freeform 97"/>
                    <p:cNvSpPr>
                      <a:spLocks/>
                    </p:cNvSpPr>
                    <p:nvPr/>
                  </p:nvSpPr>
                  <p:spPr bwMode="hidden">
                    <a:xfrm rot="3144576">
                      <a:off x="3751" y="3435"/>
                      <a:ext cx="922" cy="488"/>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p:spPr>
                  <p:txBody>
                    <a:bodyPr wrap="none" anchor="ctr"/>
                    <a:lstStyle/>
                    <a:p>
                      <a:endParaRPr lang="ru-RU"/>
                    </a:p>
                  </p:txBody>
                </p:sp>
              </p:grpSp>
              <p:grpSp>
                <p:nvGrpSpPr>
                  <p:cNvPr id="65" name="Group 98"/>
                  <p:cNvGrpSpPr>
                    <a:grpSpLocks/>
                  </p:cNvGrpSpPr>
                  <p:nvPr/>
                </p:nvGrpSpPr>
                <p:grpSpPr bwMode="auto">
                  <a:xfrm>
                    <a:off x="3255" y="1838"/>
                    <a:ext cx="883" cy="2426"/>
                    <a:chOff x="3181" y="1866"/>
                    <a:chExt cx="883" cy="2426"/>
                  </a:xfrm>
                </p:grpSpPr>
                <p:sp>
                  <p:nvSpPr>
                    <p:cNvPr id="75" name="Freeform 99"/>
                    <p:cNvSpPr>
                      <a:spLocks/>
                    </p:cNvSpPr>
                    <p:nvPr/>
                  </p:nvSpPr>
                  <p:spPr bwMode="hidden">
                    <a:xfrm rot="3745735">
                      <a:off x="2505" y="2542"/>
                      <a:ext cx="1647" cy="301"/>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p:spPr>
                  <p:txBody>
                    <a:bodyPr wrap="none" anchor="ctr"/>
                    <a:lstStyle/>
                    <a:p>
                      <a:endParaRPr lang="ru-RU"/>
                    </a:p>
                  </p:txBody>
                </p:sp>
                <p:sp>
                  <p:nvSpPr>
                    <p:cNvPr id="76" name="Freeform 100"/>
                    <p:cNvSpPr>
                      <a:spLocks/>
                    </p:cNvSpPr>
                    <p:nvPr/>
                  </p:nvSpPr>
                  <p:spPr bwMode="hidden">
                    <a:xfrm rot="3745735">
                      <a:off x="3382" y="3615"/>
                      <a:ext cx="884" cy="469"/>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p:spPr>
                  <p:txBody>
                    <a:bodyPr wrap="none" anchor="ctr"/>
                    <a:lstStyle/>
                    <a:p>
                      <a:endParaRPr lang="ru-RU"/>
                    </a:p>
                  </p:txBody>
                </p:sp>
              </p:grpSp>
              <p:grpSp>
                <p:nvGrpSpPr>
                  <p:cNvPr id="66" name="Group 101"/>
                  <p:cNvGrpSpPr>
                    <a:grpSpLocks/>
                  </p:cNvGrpSpPr>
                  <p:nvPr/>
                </p:nvGrpSpPr>
                <p:grpSpPr bwMode="auto">
                  <a:xfrm>
                    <a:off x="3080" y="1955"/>
                    <a:ext cx="619" cy="2386"/>
                    <a:chOff x="3006" y="1983"/>
                    <a:chExt cx="619" cy="2386"/>
                  </a:xfrm>
                </p:grpSpPr>
                <p:sp>
                  <p:nvSpPr>
                    <p:cNvPr id="73" name="Freeform 102"/>
                    <p:cNvSpPr>
                      <a:spLocks/>
                    </p:cNvSpPr>
                    <p:nvPr/>
                  </p:nvSpPr>
                  <p:spPr bwMode="hidden">
                    <a:xfrm rot="4286818">
                      <a:off x="2328" y="2661"/>
                      <a:ext cx="1599" cy="246"/>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p:spPr>
                  <p:txBody>
                    <a:bodyPr wrap="none" anchor="ctr"/>
                    <a:lstStyle/>
                    <a:p>
                      <a:endParaRPr lang="ru-RU"/>
                    </a:p>
                  </p:txBody>
                </p:sp>
                <p:sp>
                  <p:nvSpPr>
                    <p:cNvPr id="74" name="Freeform 103"/>
                    <p:cNvSpPr>
                      <a:spLocks/>
                    </p:cNvSpPr>
                    <p:nvPr/>
                  </p:nvSpPr>
                  <p:spPr bwMode="hidden">
                    <a:xfrm rot="4286818">
                      <a:off x="3002" y="3747"/>
                      <a:ext cx="859" cy="386"/>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p:spPr>
                  <p:txBody>
                    <a:bodyPr wrap="none" anchor="ctr"/>
                    <a:lstStyle/>
                    <a:p>
                      <a:endParaRPr lang="ru-RU"/>
                    </a:p>
                  </p:txBody>
                </p:sp>
              </p:grpSp>
              <p:grpSp>
                <p:nvGrpSpPr>
                  <p:cNvPr id="67" name="Group 104"/>
                  <p:cNvGrpSpPr>
                    <a:grpSpLocks/>
                  </p:cNvGrpSpPr>
                  <p:nvPr/>
                </p:nvGrpSpPr>
                <p:grpSpPr bwMode="auto">
                  <a:xfrm>
                    <a:off x="2893" y="2073"/>
                    <a:ext cx="405" cy="2219"/>
                    <a:chOff x="2819" y="2101"/>
                    <a:chExt cx="405" cy="2219"/>
                  </a:xfrm>
                </p:grpSpPr>
                <p:sp>
                  <p:nvSpPr>
                    <p:cNvPr id="71" name="Freeform 105"/>
                    <p:cNvSpPr>
                      <a:spLocks/>
                    </p:cNvSpPr>
                    <p:nvPr/>
                  </p:nvSpPr>
                  <p:spPr bwMode="hidden">
                    <a:xfrm rot="4898956">
                      <a:off x="2206" y="2711"/>
                      <a:ext cx="1471" cy="246"/>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p:spPr>
                  <p:txBody>
                    <a:bodyPr wrap="none" anchor="ctr"/>
                    <a:lstStyle/>
                    <a:p>
                      <a:endParaRPr lang="ru-RU"/>
                    </a:p>
                  </p:txBody>
                </p:sp>
                <p:sp>
                  <p:nvSpPr>
                    <p:cNvPr id="72" name="Freeform 106"/>
                    <p:cNvSpPr>
                      <a:spLocks/>
                    </p:cNvSpPr>
                    <p:nvPr/>
                  </p:nvSpPr>
                  <p:spPr bwMode="hidden">
                    <a:xfrm rot="4898956">
                      <a:off x="2636" y="3732"/>
                      <a:ext cx="790" cy="386"/>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p:spPr>
                  <p:txBody>
                    <a:bodyPr wrap="none" anchor="ctr"/>
                    <a:lstStyle/>
                    <a:p>
                      <a:endParaRPr lang="ru-RU"/>
                    </a:p>
                  </p:txBody>
                </p:sp>
              </p:grpSp>
              <p:grpSp>
                <p:nvGrpSpPr>
                  <p:cNvPr id="68" name="Group 107"/>
                  <p:cNvGrpSpPr>
                    <a:grpSpLocks/>
                  </p:cNvGrpSpPr>
                  <p:nvPr/>
                </p:nvGrpSpPr>
                <p:grpSpPr bwMode="auto">
                  <a:xfrm>
                    <a:off x="2372" y="2107"/>
                    <a:ext cx="426" cy="2185"/>
                    <a:chOff x="2287" y="2135"/>
                    <a:chExt cx="426" cy="2185"/>
                  </a:xfrm>
                </p:grpSpPr>
                <p:sp>
                  <p:nvSpPr>
                    <p:cNvPr id="69" name="Freeform 108"/>
                    <p:cNvSpPr>
                      <a:spLocks/>
                    </p:cNvSpPr>
                    <p:nvPr/>
                  </p:nvSpPr>
                  <p:spPr bwMode="hidden">
                    <a:xfrm rot="5755659">
                      <a:off x="1900" y="2760"/>
                      <a:ext cx="1437" cy="188"/>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w="9525">
                      <a:noFill/>
                      <a:round/>
                      <a:headEnd/>
                      <a:tailEnd/>
                    </a:ln>
                  </p:spPr>
                  <p:txBody>
                    <a:bodyPr wrap="none" anchor="ctr"/>
                    <a:lstStyle/>
                    <a:p>
                      <a:endParaRPr lang="ru-RU"/>
                    </a:p>
                  </p:txBody>
                </p:sp>
                <p:sp>
                  <p:nvSpPr>
                    <p:cNvPr id="70" name="Freeform 109"/>
                    <p:cNvSpPr>
                      <a:spLocks/>
                    </p:cNvSpPr>
                    <p:nvPr/>
                  </p:nvSpPr>
                  <p:spPr bwMode="hidden">
                    <a:xfrm rot="5755659">
                      <a:off x="2049" y="3787"/>
                      <a:ext cx="771" cy="295"/>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p:spPr>
                  <p:txBody>
                    <a:bodyPr wrap="none" anchor="ctr"/>
                    <a:lstStyle/>
                    <a:p>
                      <a:endParaRPr lang="ru-RU"/>
                    </a:p>
                  </p:txBody>
                </p:sp>
              </p:grpSp>
            </p:grpSp>
          </p:grpSp>
          <p:grpSp>
            <p:nvGrpSpPr>
              <p:cNvPr id="23" name="Group 110"/>
              <p:cNvGrpSpPr>
                <a:grpSpLocks/>
              </p:cNvGrpSpPr>
              <p:nvPr/>
            </p:nvGrpSpPr>
            <p:grpSpPr bwMode="auto">
              <a:xfrm>
                <a:off x="74" y="313"/>
                <a:ext cx="5459" cy="3667"/>
                <a:chOff x="74" y="313"/>
                <a:chExt cx="5459" cy="3667"/>
              </a:xfrm>
            </p:grpSpPr>
            <p:grpSp>
              <p:nvGrpSpPr>
                <p:cNvPr id="24" name="Group 111"/>
                <p:cNvGrpSpPr>
                  <a:grpSpLocks/>
                </p:cNvGrpSpPr>
                <p:nvPr/>
              </p:nvGrpSpPr>
              <p:grpSpPr bwMode="auto">
                <a:xfrm>
                  <a:off x="74" y="313"/>
                  <a:ext cx="5459" cy="3667"/>
                  <a:chOff x="74" y="313"/>
                  <a:chExt cx="5459" cy="3667"/>
                </a:xfrm>
              </p:grpSpPr>
              <p:sp>
                <p:nvSpPr>
                  <p:cNvPr id="26" name="Arc 112"/>
                  <p:cNvSpPr>
                    <a:spLocks/>
                  </p:cNvSpPr>
                  <p:nvPr/>
                </p:nvSpPr>
                <p:spPr bwMode="hidden">
                  <a:xfrm flipV="1">
                    <a:off x="2966" y="456"/>
                    <a:ext cx="2567" cy="2047"/>
                  </a:xfrm>
                  <a:custGeom>
                    <a:avLst/>
                    <a:gdLst>
                      <a:gd name="T0" fmla="*/ 2567 w 36729"/>
                      <a:gd name="T1" fmla="*/ 990 h 21600"/>
                      <a:gd name="T2" fmla="*/ 0 w 36729"/>
                      <a:gd name="T3" fmla="*/ 1156 h 21600"/>
                      <a:gd name="T4" fmla="*/ 1246 w 36729"/>
                      <a:gd name="T5" fmla="*/ 0 h 21600"/>
                      <a:gd name="T6" fmla="*/ 0 60000 65536"/>
                      <a:gd name="T7" fmla="*/ 0 60000 65536"/>
                      <a:gd name="T8" fmla="*/ 0 60000 65536"/>
                    </a:gdLst>
                    <a:ahLst/>
                    <a:cxnLst>
                      <a:cxn ang="T6">
                        <a:pos x="T0" y="T1"/>
                      </a:cxn>
                      <a:cxn ang="T7">
                        <a:pos x="T2" y="T3"/>
                      </a:cxn>
                      <a:cxn ang="T8">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lnTo>
                          <a:pt x="36729" y="10451"/>
                        </a:lnTo>
                        <a:close/>
                      </a:path>
                    </a:pathLst>
                  </a:custGeom>
                  <a:noFill/>
                  <a:ln w="9525">
                    <a:solidFill>
                      <a:schemeClr val="accent1"/>
                    </a:solidFill>
                    <a:round/>
                    <a:headEnd/>
                    <a:tailEnd/>
                  </a:ln>
                </p:spPr>
                <p:txBody>
                  <a:bodyPr wrap="none" anchor="ctr"/>
                  <a:lstStyle/>
                  <a:p>
                    <a:endParaRPr lang="ru-RU"/>
                  </a:p>
                </p:txBody>
              </p:sp>
              <p:sp>
                <p:nvSpPr>
                  <p:cNvPr id="27" name="Arc 113"/>
                  <p:cNvSpPr>
                    <a:spLocks/>
                  </p:cNvSpPr>
                  <p:nvPr/>
                </p:nvSpPr>
                <p:spPr bwMode="hidden">
                  <a:xfrm flipH="1">
                    <a:off x="385" y="1601"/>
                    <a:ext cx="2017" cy="2379"/>
                  </a:xfrm>
                  <a:custGeom>
                    <a:avLst/>
                    <a:gdLst>
                      <a:gd name="T0" fmla="*/ 0 w 30473"/>
                      <a:gd name="T1" fmla="*/ 203 h 22305"/>
                      <a:gd name="T2" fmla="*/ 2016 w 30473"/>
                      <a:gd name="T3" fmla="*/ 2379 h 22305"/>
                      <a:gd name="T4" fmla="*/ 587 w 30473"/>
                      <a:gd name="T5" fmla="*/ 2304 h 22305"/>
                      <a:gd name="T6" fmla="*/ 0 60000 65536"/>
                      <a:gd name="T7" fmla="*/ 0 60000 65536"/>
                      <a:gd name="T8" fmla="*/ 0 60000 65536"/>
                    </a:gdLst>
                    <a:ahLst/>
                    <a:cxnLst>
                      <a:cxn ang="T6">
                        <a:pos x="T0" y="T1"/>
                      </a:cxn>
                      <a:cxn ang="T7">
                        <a:pos x="T2" y="T3"/>
                      </a:cxn>
                      <a:cxn ang="T8">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lnTo>
                          <a:pt x="-1" y="1906"/>
                        </a:lnTo>
                        <a:close/>
                      </a:path>
                    </a:pathLst>
                  </a:custGeom>
                  <a:noFill/>
                  <a:ln w="9525">
                    <a:solidFill>
                      <a:schemeClr val="folHlink"/>
                    </a:solidFill>
                    <a:round/>
                    <a:headEnd/>
                    <a:tailEnd/>
                  </a:ln>
                </p:spPr>
                <p:txBody>
                  <a:bodyPr wrap="none" anchor="ctr"/>
                  <a:lstStyle/>
                  <a:p>
                    <a:endParaRPr lang="ru-RU"/>
                  </a:p>
                </p:txBody>
              </p:sp>
              <p:sp>
                <p:nvSpPr>
                  <p:cNvPr id="28" name="Arc 114"/>
                  <p:cNvSpPr>
                    <a:spLocks/>
                  </p:cNvSpPr>
                  <p:nvPr/>
                </p:nvSpPr>
                <p:spPr bwMode="hidden">
                  <a:xfrm>
                    <a:off x="3029" y="1181"/>
                    <a:ext cx="1426" cy="2380"/>
                  </a:xfrm>
                  <a:custGeom>
                    <a:avLst/>
                    <a:gdLst>
                      <a:gd name="T0" fmla="*/ 0 w 34812"/>
                      <a:gd name="T1" fmla="*/ 481 h 22305"/>
                      <a:gd name="T2" fmla="*/ 1426 w 34812"/>
                      <a:gd name="T3" fmla="*/ 2380 h 22305"/>
                      <a:gd name="T4" fmla="*/ 541 w 34812"/>
                      <a:gd name="T5" fmla="*/ 2305 h 22305"/>
                      <a:gd name="T6" fmla="*/ 0 60000 65536"/>
                      <a:gd name="T7" fmla="*/ 0 60000 65536"/>
                      <a:gd name="T8" fmla="*/ 0 60000 65536"/>
                    </a:gdLst>
                    <a:ahLst/>
                    <a:cxnLst>
                      <a:cxn ang="T6">
                        <a:pos x="T0" y="T1"/>
                      </a:cxn>
                      <a:cxn ang="T7">
                        <a:pos x="T2" y="T3"/>
                      </a:cxn>
                      <a:cxn ang="T8">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lnTo>
                          <a:pt x="-1" y="4511"/>
                        </a:lnTo>
                        <a:close/>
                      </a:path>
                    </a:pathLst>
                  </a:custGeom>
                  <a:noFill/>
                  <a:ln w="9525">
                    <a:solidFill>
                      <a:schemeClr val="accent1"/>
                    </a:solidFill>
                    <a:round/>
                    <a:headEnd/>
                    <a:tailEnd/>
                  </a:ln>
                </p:spPr>
                <p:txBody>
                  <a:bodyPr wrap="none" anchor="ctr"/>
                  <a:lstStyle/>
                  <a:p>
                    <a:endParaRPr lang="ru-RU"/>
                  </a:p>
                </p:txBody>
              </p:sp>
              <p:sp>
                <p:nvSpPr>
                  <p:cNvPr id="29" name="Arc 115"/>
                  <p:cNvSpPr>
                    <a:spLocks/>
                  </p:cNvSpPr>
                  <p:nvPr/>
                </p:nvSpPr>
                <p:spPr bwMode="hidden">
                  <a:xfrm flipH="1">
                    <a:off x="71" y="812"/>
                    <a:ext cx="2543" cy="2380"/>
                  </a:xfrm>
                  <a:custGeom>
                    <a:avLst/>
                    <a:gdLst>
                      <a:gd name="T0" fmla="*/ 0 w 36830"/>
                      <a:gd name="T1" fmla="*/ 670 h 22305"/>
                      <a:gd name="T2" fmla="*/ 2542 w 36830"/>
                      <a:gd name="T3" fmla="*/ 2380 h 22305"/>
                      <a:gd name="T4" fmla="*/ 1052 w 36830"/>
                      <a:gd name="T5" fmla="*/ 2305 h 22305"/>
                      <a:gd name="T6" fmla="*/ 0 60000 65536"/>
                      <a:gd name="T7" fmla="*/ 0 60000 65536"/>
                      <a:gd name="T8" fmla="*/ 0 60000 65536"/>
                    </a:gdLst>
                    <a:ahLst/>
                    <a:cxnLst>
                      <a:cxn ang="T6">
                        <a:pos x="T0" y="T1"/>
                      </a:cxn>
                      <a:cxn ang="T7">
                        <a:pos x="T2" y="T3"/>
                      </a:cxn>
                      <a:cxn ang="T8">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lnTo>
                          <a:pt x="0" y="6283"/>
                        </a:lnTo>
                        <a:close/>
                      </a:path>
                    </a:pathLst>
                  </a:custGeom>
                  <a:noFill/>
                  <a:ln w="9525">
                    <a:solidFill>
                      <a:schemeClr val="folHlink"/>
                    </a:solidFill>
                    <a:round/>
                    <a:headEnd/>
                    <a:tailEnd/>
                  </a:ln>
                </p:spPr>
                <p:txBody>
                  <a:bodyPr wrap="none" anchor="ctr"/>
                  <a:lstStyle/>
                  <a:p>
                    <a:endParaRPr lang="ru-RU"/>
                  </a:p>
                </p:txBody>
              </p:sp>
              <p:sp>
                <p:nvSpPr>
                  <p:cNvPr id="30" name="Arc 116"/>
                  <p:cNvSpPr>
                    <a:spLocks/>
                  </p:cNvSpPr>
                  <p:nvPr/>
                </p:nvSpPr>
                <p:spPr bwMode="hidden">
                  <a:xfrm flipH="1">
                    <a:off x="788" y="313"/>
                    <a:ext cx="1851" cy="2304"/>
                  </a:xfrm>
                  <a:custGeom>
                    <a:avLst/>
                    <a:gdLst>
                      <a:gd name="T0" fmla="*/ 0 w 31881"/>
                      <a:gd name="T1" fmla="*/ 1068 h 21600"/>
                      <a:gd name="T2" fmla="*/ 1851 w 31881"/>
                      <a:gd name="T3" fmla="*/ 518 h 21600"/>
                      <a:gd name="T4" fmla="*/ 1058 w 31881"/>
                      <a:gd name="T5" fmla="*/ 2304 h 21600"/>
                      <a:gd name="T6" fmla="*/ 0 60000 65536"/>
                      <a:gd name="T7" fmla="*/ 0 60000 65536"/>
                      <a:gd name="T8" fmla="*/ 0 60000 65536"/>
                    </a:gdLst>
                    <a:ahLst/>
                    <a:cxnLst>
                      <a:cxn ang="T6">
                        <a:pos x="T0" y="T1"/>
                      </a:cxn>
                      <a:cxn ang="T7">
                        <a:pos x="T2" y="T3"/>
                      </a:cxn>
                      <a:cxn ang="T8">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lnTo>
                          <a:pt x="-1" y="10015"/>
                        </a:lnTo>
                        <a:close/>
                      </a:path>
                    </a:pathLst>
                  </a:custGeom>
                  <a:noFill/>
                  <a:ln w="9525">
                    <a:solidFill>
                      <a:schemeClr val="accent1"/>
                    </a:solidFill>
                    <a:round/>
                    <a:headEnd/>
                    <a:tailEnd/>
                  </a:ln>
                </p:spPr>
                <p:txBody>
                  <a:bodyPr wrap="none" anchor="ctr"/>
                  <a:lstStyle/>
                  <a:p>
                    <a:endParaRPr lang="ru-RU"/>
                  </a:p>
                </p:txBody>
              </p:sp>
              <p:sp>
                <p:nvSpPr>
                  <p:cNvPr id="31" name="Arc 117"/>
                  <p:cNvSpPr>
                    <a:spLocks/>
                  </p:cNvSpPr>
                  <p:nvPr/>
                </p:nvSpPr>
                <p:spPr bwMode="hidden">
                  <a:xfrm>
                    <a:off x="2763" y="1281"/>
                    <a:ext cx="765" cy="2304"/>
                  </a:xfrm>
                  <a:custGeom>
                    <a:avLst/>
                    <a:gdLst>
                      <a:gd name="T0" fmla="*/ 0 w 31146"/>
                      <a:gd name="T1" fmla="*/ 481 h 21600"/>
                      <a:gd name="T2" fmla="*/ 765 w 31146"/>
                      <a:gd name="T3" fmla="*/ 1020 h 21600"/>
                      <a:gd name="T4" fmla="*/ 325 w 31146"/>
                      <a:gd name="T5" fmla="*/ 2304 h 21600"/>
                      <a:gd name="T6" fmla="*/ 0 60000 65536"/>
                      <a:gd name="T7" fmla="*/ 0 60000 65536"/>
                      <a:gd name="T8" fmla="*/ 0 60000 65536"/>
                    </a:gdLst>
                    <a:ahLst/>
                    <a:cxnLst>
                      <a:cxn ang="T6">
                        <a:pos x="T0" y="T1"/>
                      </a:cxn>
                      <a:cxn ang="T7">
                        <a:pos x="T2" y="T3"/>
                      </a:cxn>
                      <a:cxn ang="T8">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lnTo>
                          <a:pt x="-1" y="4511"/>
                        </a:lnTo>
                        <a:close/>
                      </a:path>
                    </a:pathLst>
                  </a:custGeom>
                  <a:noFill/>
                  <a:ln w="9525">
                    <a:solidFill>
                      <a:schemeClr val="accent2"/>
                    </a:solidFill>
                    <a:round/>
                    <a:headEnd/>
                    <a:tailEnd/>
                  </a:ln>
                </p:spPr>
                <p:txBody>
                  <a:bodyPr wrap="none" anchor="ctr"/>
                  <a:lstStyle/>
                  <a:p>
                    <a:endParaRPr lang="ru-RU"/>
                  </a:p>
                </p:txBody>
              </p:sp>
              <p:sp>
                <p:nvSpPr>
                  <p:cNvPr id="32" name="Freeform 118"/>
                  <p:cNvSpPr>
                    <a:spLocks/>
                  </p:cNvSpPr>
                  <p:nvPr/>
                </p:nvSpPr>
                <p:spPr bwMode="hidden">
                  <a:xfrm flipH="1">
                    <a:off x="1800" y="438"/>
                    <a:ext cx="418" cy="1524"/>
                  </a:xfrm>
                  <a:custGeom>
                    <a:avLst/>
                    <a:gdLst>
                      <a:gd name="T0" fmla="*/ 0 w 776"/>
                      <a:gd name="T1" fmla="*/ 64 h 2368"/>
                      <a:gd name="T2" fmla="*/ 240 w 776"/>
                      <a:gd name="T3" fmla="*/ 16 h 2368"/>
                      <a:gd name="T4" fmla="*/ 96 w 776"/>
                      <a:gd name="T5" fmla="*/ 160 h 2368"/>
                      <a:gd name="T6" fmla="*/ 336 w 776"/>
                      <a:gd name="T7" fmla="*/ 160 h 2368"/>
                      <a:gd name="T8" fmla="*/ 192 w 776"/>
                      <a:gd name="T9" fmla="*/ 304 h 2368"/>
                      <a:gd name="T10" fmla="*/ 384 w 776"/>
                      <a:gd name="T11" fmla="*/ 352 h 2368"/>
                      <a:gd name="T12" fmla="*/ 288 w 776"/>
                      <a:gd name="T13" fmla="*/ 448 h 2368"/>
                      <a:gd name="T14" fmla="*/ 480 w 776"/>
                      <a:gd name="T15" fmla="*/ 496 h 2368"/>
                      <a:gd name="T16" fmla="*/ 384 w 776"/>
                      <a:gd name="T17" fmla="*/ 592 h 2368"/>
                      <a:gd name="T18" fmla="*/ 528 w 776"/>
                      <a:gd name="T19" fmla="*/ 640 h 2368"/>
                      <a:gd name="T20" fmla="*/ 480 w 776"/>
                      <a:gd name="T21" fmla="*/ 736 h 2368"/>
                      <a:gd name="T22" fmla="*/ 576 w 776"/>
                      <a:gd name="T23" fmla="*/ 832 h 2368"/>
                      <a:gd name="T24" fmla="*/ 576 w 776"/>
                      <a:gd name="T25" fmla="*/ 928 h 2368"/>
                      <a:gd name="T26" fmla="*/ 672 w 776"/>
                      <a:gd name="T27" fmla="*/ 1072 h 2368"/>
                      <a:gd name="T28" fmla="*/ 624 w 776"/>
                      <a:gd name="T29" fmla="*/ 1216 h 2368"/>
                      <a:gd name="T30" fmla="*/ 720 w 776"/>
                      <a:gd name="T31" fmla="*/ 1312 h 2368"/>
                      <a:gd name="T32" fmla="*/ 672 w 776"/>
                      <a:gd name="T33" fmla="*/ 1456 h 2368"/>
                      <a:gd name="T34" fmla="*/ 720 w 776"/>
                      <a:gd name="T35" fmla="*/ 1600 h 2368"/>
                      <a:gd name="T36" fmla="*/ 672 w 776"/>
                      <a:gd name="T37" fmla="*/ 1696 h 2368"/>
                      <a:gd name="T38" fmla="*/ 768 w 776"/>
                      <a:gd name="T39" fmla="*/ 1840 h 2368"/>
                      <a:gd name="T40" fmla="*/ 720 w 776"/>
                      <a:gd name="T41" fmla="*/ 1984 h 2368"/>
                      <a:gd name="T42" fmla="*/ 768 w 776"/>
                      <a:gd name="T43" fmla="*/ 2176 h 2368"/>
                      <a:gd name="T44" fmla="*/ 720 w 776"/>
                      <a:gd name="T45" fmla="*/ 2224 h 2368"/>
                      <a:gd name="T46" fmla="*/ 768 w 776"/>
                      <a:gd name="T47" fmla="*/ 2368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p:spPr>
                <p:txBody>
                  <a:bodyPr wrap="none" anchor="ctr"/>
                  <a:lstStyle/>
                  <a:p>
                    <a:endParaRPr lang="ru-RU"/>
                  </a:p>
                </p:txBody>
              </p:sp>
            </p:grpSp>
            <p:sp>
              <p:nvSpPr>
                <p:cNvPr id="25" name="Freeform 119"/>
                <p:cNvSpPr>
                  <a:spLocks/>
                </p:cNvSpPr>
                <p:nvPr/>
              </p:nvSpPr>
              <p:spPr bwMode="hidden">
                <a:xfrm rot="-1346631">
                  <a:off x="3280" y="1529"/>
                  <a:ext cx="442" cy="837"/>
                </a:xfrm>
                <a:custGeom>
                  <a:avLst/>
                  <a:gdLst>
                    <a:gd name="T0" fmla="*/ 0 w 776"/>
                    <a:gd name="T1" fmla="*/ 64 h 2368"/>
                    <a:gd name="T2" fmla="*/ 240 w 776"/>
                    <a:gd name="T3" fmla="*/ 16 h 2368"/>
                    <a:gd name="T4" fmla="*/ 96 w 776"/>
                    <a:gd name="T5" fmla="*/ 160 h 2368"/>
                    <a:gd name="T6" fmla="*/ 336 w 776"/>
                    <a:gd name="T7" fmla="*/ 160 h 2368"/>
                    <a:gd name="T8" fmla="*/ 192 w 776"/>
                    <a:gd name="T9" fmla="*/ 304 h 2368"/>
                    <a:gd name="T10" fmla="*/ 384 w 776"/>
                    <a:gd name="T11" fmla="*/ 352 h 2368"/>
                    <a:gd name="T12" fmla="*/ 288 w 776"/>
                    <a:gd name="T13" fmla="*/ 448 h 2368"/>
                    <a:gd name="T14" fmla="*/ 480 w 776"/>
                    <a:gd name="T15" fmla="*/ 496 h 2368"/>
                    <a:gd name="T16" fmla="*/ 384 w 776"/>
                    <a:gd name="T17" fmla="*/ 592 h 2368"/>
                    <a:gd name="T18" fmla="*/ 528 w 776"/>
                    <a:gd name="T19" fmla="*/ 640 h 2368"/>
                    <a:gd name="T20" fmla="*/ 480 w 776"/>
                    <a:gd name="T21" fmla="*/ 736 h 2368"/>
                    <a:gd name="T22" fmla="*/ 576 w 776"/>
                    <a:gd name="T23" fmla="*/ 832 h 2368"/>
                    <a:gd name="T24" fmla="*/ 576 w 776"/>
                    <a:gd name="T25" fmla="*/ 928 h 2368"/>
                    <a:gd name="T26" fmla="*/ 672 w 776"/>
                    <a:gd name="T27" fmla="*/ 1072 h 2368"/>
                    <a:gd name="T28" fmla="*/ 624 w 776"/>
                    <a:gd name="T29" fmla="*/ 1216 h 2368"/>
                    <a:gd name="T30" fmla="*/ 720 w 776"/>
                    <a:gd name="T31" fmla="*/ 1312 h 2368"/>
                    <a:gd name="T32" fmla="*/ 672 w 776"/>
                    <a:gd name="T33" fmla="*/ 1456 h 2368"/>
                    <a:gd name="T34" fmla="*/ 720 w 776"/>
                    <a:gd name="T35" fmla="*/ 1600 h 2368"/>
                    <a:gd name="T36" fmla="*/ 672 w 776"/>
                    <a:gd name="T37" fmla="*/ 1696 h 2368"/>
                    <a:gd name="T38" fmla="*/ 768 w 776"/>
                    <a:gd name="T39" fmla="*/ 1840 h 2368"/>
                    <a:gd name="T40" fmla="*/ 720 w 776"/>
                    <a:gd name="T41" fmla="*/ 1984 h 2368"/>
                    <a:gd name="T42" fmla="*/ 768 w 776"/>
                    <a:gd name="T43" fmla="*/ 2176 h 2368"/>
                    <a:gd name="T44" fmla="*/ 720 w 776"/>
                    <a:gd name="T45" fmla="*/ 2224 h 2368"/>
                    <a:gd name="T46" fmla="*/ 768 w 776"/>
                    <a:gd name="T47" fmla="*/ 2368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p:spPr>
              <p:txBody>
                <a:bodyPr wrap="none" anchor="ctr"/>
                <a:lstStyle/>
                <a:p>
                  <a:endParaRPr lang="ru-RU"/>
                </a:p>
              </p:txBody>
            </p:sp>
          </p:grpSp>
        </p:grpSp>
        <p:grpSp>
          <p:nvGrpSpPr>
            <p:cNvPr id="7" name="Group 120"/>
            <p:cNvGrpSpPr>
              <a:grpSpLocks/>
            </p:cNvGrpSpPr>
            <p:nvPr/>
          </p:nvGrpSpPr>
          <p:grpSpPr bwMode="auto">
            <a:xfrm>
              <a:off x="1476" y="449"/>
              <a:ext cx="4038" cy="2966"/>
              <a:chOff x="210" y="337"/>
              <a:chExt cx="5198" cy="3818"/>
            </a:xfrm>
          </p:grpSpPr>
          <p:sp>
            <p:nvSpPr>
              <p:cNvPr id="8" name="Freeform 121"/>
              <p:cNvSpPr>
                <a:spLocks/>
              </p:cNvSpPr>
              <p:nvPr/>
            </p:nvSpPr>
            <p:spPr bwMode="hidden">
              <a:xfrm flipH="1">
                <a:off x="1934" y="2382"/>
                <a:ext cx="485" cy="1479"/>
              </a:xfrm>
              <a:custGeom>
                <a:avLst/>
                <a:gdLst>
                  <a:gd name="T0" fmla="*/ 0 w 776"/>
                  <a:gd name="T1" fmla="*/ 64 h 2368"/>
                  <a:gd name="T2" fmla="*/ 240 w 776"/>
                  <a:gd name="T3" fmla="*/ 16 h 2368"/>
                  <a:gd name="T4" fmla="*/ 96 w 776"/>
                  <a:gd name="T5" fmla="*/ 160 h 2368"/>
                  <a:gd name="T6" fmla="*/ 336 w 776"/>
                  <a:gd name="T7" fmla="*/ 160 h 2368"/>
                  <a:gd name="T8" fmla="*/ 192 w 776"/>
                  <a:gd name="T9" fmla="*/ 304 h 2368"/>
                  <a:gd name="T10" fmla="*/ 384 w 776"/>
                  <a:gd name="T11" fmla="*/ 352 h 2368"/>
                  <a:gd name="T12" fmla="*/ 288 w 776"/>
                  <a:gd name="T13" fmla="*/ 448 h 2368"/>
                  <a:gd name="T14" fmla="*/ 480 w 776"/>
                  <a:gd name="T15" fmla="*/ 496 h 2368"/>
                  <a:gd name="T16" fmla="*/ 384 w 776"/>
                  <a:gd name="T17" fmla="*/ 592 h 2368"/>
                  <a:gd name="T18" fmla="*/ 528 w 776"/>
                  <a:gd name="T19" fmla="*/ 640 h 2368"/>
                  <a:gd name="T20" fmla="*/ 480 w 776"/>
                  <a:gd name="T21" fmla="*/ 736 h 2368"/>
                  <a:gd name="T22" fmla="*/ 576 w 776"/>
                  <a:gd name="T23" fmla="*/ 832 h 2368"/>
                  <a:gd name="T24" fmla="*/ 576 w 776"/>
                  <a:gd name="T25" fmla="*/ 928 h 2368"/>
                  <a:gd name="T26" fmla="*/ 672 w 776"/>
                  <a:gd name="T27" fmla="*/ 1072 h 2368"/>
                  <a:gd name="T28" fmla="*/ 624 w 776"/>
                  <a:gd name="T29" fmla="*/ 1216 h 2368"/>
                  <a:gd name="T30" fmla="*/ 720 w 776"/>
                  <a:gd name="T31" fmla="*/ 1312 h 2368"/>
                  <a:gd name="T32" fmla="*/ 672 w 776"/>
                  <a:gd name="T33" fmla="*/ 1456 h 2368"/>
                  <a:gd name="T34" fmla="*/ 720 w 776"/>
                  <a:gd name="T35" fmla="*/ 1600 h 2368"/>
                  <a:gd name="T36" fmla="*/ 672 w 776"/>
                  <a:gd name="T37" fmla="*/ 1696 h 2368"/>
                  <a:gd name="T38" fmla="*/ 768 w 776"/>
                  <a:gd name="T39" fmla="*/ 1840 h 2368"/>
                  <a:gd name="T40" fmla="*/ 720 w 776"/>
                  <a:gd name="T41" fmla="*/ 1984 h 2368"/>
                  <a:gd name="T42" fmla="*/ 768 w 776"/>
                  <a:gd name="T43" fmla="*/ 2176 h 2368"/>
                  <a:gd name="T44" fmla="*/ 720 w 776"/>
                  <a:gd name="T45" fmla="*/ 2224 h 2368"/>
                  <a:gd name="T46" fmla="*/ 768 w 776"/>
                  <a:gd name="T47" fmla="*/ 2368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p:spPr>
            <p:txBody>
              <a:bodyPr wrap="none" anchor="ctr"/>
              <a:lstStyle/>
              <a:p>
                <a:endParaRPr lang="ru-RU"/>
              </a:p>
            </p:txBody>
          </p:sp>
          <p:sp>
            <p:nvSpPr>
              <p:cNvPr id="9" name="Arc 122"/>
              <p:cNvSpPr>
                <a:spLocks/>
              </p:cNvSpPr>
              <p:nvPr/>
            </p:nvSpPr>
            <p:spPr bwMode="hidden">
              <a:xfrm flipH="1">
                <a:off x="1054" y="1851"/>
                <a:ext cx="2120" cy="2304"/>
              </a:xfrm>
              <a:custGeom>
                <a:avLst/>
                <a:gdLst>
                  <a:gd name="T0" fmla="*/ 537 w 21600"/>
                  <a:gd name="T1" fmla="*/ 0 h 21602"/>
                  <a:gd name="T2" fmla="*/ 2119 w 21600"/>
                  <a:gd name="T3" fmla="*/ 2304 h 21602"/>
                  <a:gd name="T4" fmla="*/ 0 w 21600"/>
                  <a:gd name="T5" fmla="*/ 2229 h 21602"/>
                  <a:gd name="T6" fmla="*/ 0 60000 65536"/>
                  <a:gd name="T7" fmla="*/ 0 60000 65536"/>
                  <a:gd name="T8" fmla="*/ 0 60000 65536"/>
                </a:gdLst>
                <a:ahLst/>
                <a:cxnLst>
                  <a:cxn ang="T6">
                    <a:pos x="T0" y="T1"/>
                  </a:cxn>
                  <a:cxn ang="T7">
                    <a:pos x="T2" y="T3"/>
                  </a:cxn>
                  <a:cxn ang="T8">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lnTo>
                      <a:pt x="5466" y="0"/>
                    </a:lnTo>
                    <a:close/>
                  </a:path>
                </a:pathLst>
              </a:custGeom>
              <a:noFill/>
              <a:ln w="9525">
                <a:solidFill>
                  <a:schemeClr val="folHlink"/>
                </a:solidFill>
                <a:round/>
                <a:headEnd/>
                <a:tailEnd/>
              </a:ln>
            </p:spPr>
            <p:txBody>
              <a:bodyPr wrap="none" anchor="ctr"/>
              <a:lstStyle/>
              <a:p>
                <a:endParaRPr lang="ru-RU"/>
              </a:p>
            </p:txBody>
          </p:sp>
          <p:sp>
            <p:nvSpPr>
              <p:cNvPr id="10" name="Arc 123"/>
              <p:cNvSpPr>
                <a:spLocks/>
              </p:cNvSpPr>
              <p:nvPr/>
            </p:nvSpPr>
            <p:spPr bwMode="hidden">
              <a:xfrm flipH="1">
                <a:off x="1266" y="1480"/>
                <a:ext cx="1246" cy="2379"/>
              </a:xfrm>
              <a:custGeom>
                <a:avLst/>
                <a:gdLst>
                  <a:gd name="T0" fmla="*/ 0 w 28940"/>
                  <a:gd name="T1" fmla="*/ 137 h 22305"/>
                  <a:gd name="T2" fmla="*/ 1246 w 28940"/>
                  <a:gd name="T3" fmla="*/ 2379 h 22305"/>
                  <a:gd name="T4" fmla="*/ 316 w 28940"/>
                  <a:gd name="T5" fmla="*/ 2304 h 22305"/>
                  <a:gd name="T6" fmla="*/ 0 60000 65536"/>
                  <a:gd name="T7" fmla="*/ 0 60000 65536"/>
                  <a:gd name="T8" fmla="*/ 0 60000 65536"/>
                </a:gdLst>
                <a:ahLst/>
                <a:cxnLst>
                  <a:cxn ang="T6">
                    <a:pos x="T0" y="T1"/>
                  </a:cxn>
                  <a:cxn ang="T7">
                    <a:pos x="T2" y="T3"/>
                  </a:cxn>
                  <a:cxn ang="T8">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lnTo>
                      <a:pt x="0" y="1285"/>
                    </a:lnTo>
                    <a:close/>
                  </a:path>
                </a:pathLst>
              </a:custGeom>
              <a:noFill/>
              <a:ln w="9525">
                <a:solidFill>
                  <a:schemeClr val="accent1"/>
                </a:solidFill>
                <a:round/>
                <a:headEnd/>
                <a:tailEnd/>
              </a:ln>
            </p:spPr>
            <p:txBody>
              <a:bodyPr wrap="none" anchor="ctr"/>
              <a:lstStyle/>
              <a:p>
                <a:endParaRPr lang="ru-RU"/>
              </a:p>
            </p:txBody>
          </p:sp>
          <p:sp>
            <p:nvSpPr>
              <p:cNvPr id="11" name="Arc 124"/>
              <p:cNvSpPr>
                <a:spLocks/>
              </p:cNvSpPr>
              <p:nvPr/>
            </p:nvSpPr>
            <p:spPr bwMode="hidden">
              <a:xfrm flipH="1">
                <a:off x="210" y="1169"/>
                <a:ext cx="2376" cy="2379"/>
              </a:xfrm>
              <a:custGeom>
                <a:avLst/>
                <a:gdLst>
                  <a:gd name="T0" fmla="*/ 0 w 34455"/>
                  <a:gd name="T1" fmla="*/ 452 h 22305"/>
                  <a:gd name="T2" fmla="*/ 2375 w 34455"/>
                  <a:gd name="T3" fmla="*/ 2379 h 22305"/>
                  <a:gd name="T4" fmla="*/ 886 w 34455"/>
                  <a:gd name="T5" fmla="*/ 2304 h 22305"/>
                  <a:gd name="T6" fmla="*/ 0 60000 65536"/>
                  <a:gd name="T7" fmla="*/ 0 60000 65536"/>
                  <a:gd name="T8" fmla="*/ 0 60000 65536"/>
                </a:gdLst>
                <a:ahLst/>
                <a:cxnLst>
                  <a:cxn ang="T6">
                    <a:pos x="T0" y="T1"/>
                  </a:cxn>
                  <a:cxn ang="T7">
                    <a:pos x="T2" y="T3"/>
                  </a:cxn>
                  <a:cxn ang="T8">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lnTo>
                      <a:pt x="0" y="4241"/>
                    </a:lnTo>
                    <a:close/>
                  </a:path>
                </a:pathLst>
              </a:custGeom>
              <a:noFill/>
              <a:ln w="9525">
                <a:solidFill>
                  <a:schemeClr val="folHlink"/>
                </a:solidFill>
                <a:round/>
                <a:headEnd/>
                <a:tailEnd/>
              </a:ln>
            </p:spPr>
            <p:txBody>
              <a:bodyPr wrap="none" anchor="ctr"/>
              <a:lstStyle/>
              <a:p>
                <a:endParaRPr lang="ru-RU"/>
              </a:p>
            </p:txBody>
          </p:sp>
          <p:sp>
            <p:nvSpPr>
              <p:cNvPr id="12" name="Arc 125"/>
              <p:cNvSpPr>
                <a:spLocks/>
              </p:cNvSpPr>
              <p:nvPr/>
            </p:nvSpPr>
            <p:spPr bwMode="hidden">
              <a:xfrm>
                <a:off x="2840" y="1503"/>
                <a:ext cx="381" cy="2379"/>
              </a:xfrm>
              <a:custGeom>
                <a:avLst/>
                <a:gdLst>
                  <a:gd name="T0" fmla="*/ 0 w 34812"/>
                  <a:gd name="T1" fmla="*/ 481 h 22305"/>
                  <a:gd name="T2" fmla="*/ 381 w 34812"/>
                  <a:gd name="T3" fmla="*/ 2379 h 22305"/>
                  <a:gd name="T4" fmla="*/ 145 w 34812"/>
                  <a:gd name="T5" fmla="*/ 2304 h 22305"/>
                  <a:gd name="T6" fmla="*/ 0 60000 65536"/>
                  <a:gd name="T7" fmla="*/ 0 60000 65536"/>
                  <a:gd name="T8" fmla="*/ 0 60000 65536"/>
                </a:gdLst>
                <a:ahLst/>
                <a:cxnLst>
                  <a:cxn ang="T6">
                    <a:pos x="T0" y="T1"/>
                  </a:cxn>
                  <a:cxn ang="T7">
                    <a:pos x="T2" y="T3"/>
                  </a:cxn>
                  <a:cxn ang="T8">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lnTo>
                      <a:pt x="-1" y="4511"/>
                    </a:lnTo>
                    <a:close/>
                  </a:path>
                </a:pathLst>
              </a:custGeom>
              <a:noFill/>
              <a:ln w="9525">
                <a:solidFill>
                  <a:schemeClr val="accent1"/>
                </a:solidFill>
                <a:round/>
                <a:headEnd/>
                <a:tailEnd/>
              </a:ln>
            </p:spPr>
            <p:txBody>
              <a:bodyPr wrap="none" anchor="ctr"/>
              <a:lstStyle/>
              <a:p>
                <a:endParaRPr lang="ru-RU"/>
              </a:p>
            </p:txBody>
          </p:sp>
          <p:sp>
            <p:nvSpPr>
              <p:cNvPr id="13" name="Arc 126"/>
              <p:cNvSpPr>
                <a:spLocks/>
              </p:cNvSpPr>
              <p:nvPr/>
            </p:nvSpPr>
            <p:spPr bwMode="hidden">
              <a:xfrm>
                <a:off x="2940" y="1492"/>
                <a:ext cx="1004" cy="2379"/>
              </a:xfrm>
              <a:custGeom>
                <a:avLst/>
                <a:gdLst>
                  <a:gd name="T0" fmla="*/ 0 w 34812"/>
                  <a:gd name="T1" fmla="*/ 481 h 22305"/>
                  <a:gd name="T2" fmla="*/ 1004 w 34812"/>
                  <a:gd name="T3" fmla="*/ 2379 h 22305"/>
                  <a:gd name="T4" fmla="*/ 381 w 34812"/>
                  <a:gd name="T5" fmla="*/ 2304 h 22305"/>
                  <a:gd name="T6" fmla="*/ 0 60000 65536"/>
                  <a:gd name="T7" fmla="*/ 0 60000 65536"/>
                  <a:gd name="T8" fmla="*/ 0 60000 65536"/>
                </a:gdLst>
                <a:ahLst/>
                <a:cxnLst>
                  <a:cxn ang="T6">
                    <a:pos x="T0" y="T1"/>
                  </a:cxn>
                  <a:cxn ang="T7">
                    <a:pos x="T2" y="T3"/>
                  </a:cxn>
                  <a:cxn ang="T8">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lnTo>
                      <a:pt x="-1" y="4511"/>
                    </a:lnTo>
                    <a:close/>
                  </a:path>
                </a:pathLst>
              </a:custGeom>
              <a:noFill/>
              <a:ln w="9525">
                <a:solidFill>
                  <a:schemeClr val="folHlink"/>
                </a:solidFill>
                <a:round/>
                <a:headEnd/>
                <a:tailEnd/>
              </a:ln>
            </p:spPr>
            <p:txBody>
              <a:bodyPr wrap="none" anchor="ctr"/>
              <a:lstStyle/>
              <a:p>
                <a:endParaRPr lang="ru-RU"/>
              </a:p>
            </p:txBody>
          </p:sp>
          <p:sp>
            <p:nvSpPr>
              <p:cNvPr id="14" name="Freeform 127"/>
              <p:cNvSpPr>
                <a:spLocks/>
              </p:cNvSpPr>
              <p:nvPr/>
            </p:nvSpPr>
            <p:spPr bwMode="hidden">
              <a:xfrm>
                <a:off x="3301" y="2635"/>
                <a:ext cx="485" cy="1479"/>
              </a:xfrm>
              <a:custGeom>
                <a:avLst/>
                <a:gdLst>
                  <a:gd name="T0" fmla="*/ 0 w 776"/>
                  <a:gd name="T1" fmla="*/ 64 h 2368"/>
                  <a:gd name="T2" fmla="*/ 240 w 776"/>
                  <a:gd name="T3" fmla="*/ 16 h 2368"/>
                  <a:gd name="T4" fmla="*/ 96 w 776"/>
                  <a:gd name="T5" fmla="*/ 160 h 2368"/>
                  <a:gd name="T6" fmla="*/ 336 w 776"/>
                  <a:gd name="T7" fmla="*/ 160 h 2368"/>
                  <a:gd name="T8" fmla="*/ 192 w 776"/>
                  <a:gd name="T9" fmla="*/ 304 h 2368"/>
                  <a:gd name="T10" fmla="*/ 384 w 776"/>
                  <a:gd name="T11" fmla="*/ 352 h 2368"/>
                  <a:gd name="T12" fmla="*/ 288 w 776"/>
                  <a:gd name="T13" fmla="*/ 448 h 2368"/>
                  <a:gd name="T14" fmla="*/ 480 w 776"/>
                  <a:gd name="T15" fmla="*/ 496 h 2368"/>
                  <a:gd name="T16" fmla="*/ 384 w 776"/>
                  <a:gd name="T17" fmla="*/ 592 h 2368"/>
                  <a:gd name="T18" fmla="*/ 528 w 776"/>
                  <a:gd name="T19" fmla="*/ 640 h 2368"/>
                  <a:gd name="T20" fmla="*/ 480 w 776"/>
                  <a:gd name="T21" fmla="*/ 736 h 2368"/>
                  <a:gd name="T22" fmla="*/ 576 w 776"/>
                  <a:gd name="T23" fmla="*/ 832 h 2368"/>
                  <a:gd name="T24" fmla="*/ 576 w 776"/>
                  <a:gd name="T25" fmla="*/ 928 h 2368"/>
                  <a:gd name="T26" fmla="*/ 672 w 776"/>
                  <a:gd name="T27" fmla="*/ 1072 h 2368"/>
                  <a:gd name="T28" fmla="*/ 624 w 776"/>
                  <a:gd name="T29" fmla="*/ 1216 h 2368"/>
                  <a:gd name="T30" fmla="*/ 720 w 776"/>
                  <a:gd name="T31" fmla="*/ 1312 h 2368"/>
                  <a:gd name="T32" fmla="*/ 672 w 776"/>
                  <a:gd name="T33" fmla="*/ 1456 h 2368"/>
                  <a:gd name="T34" fmla="*/ 720 w 776"/>
                  <a:gd name="T35" fmla="*/ 1600 h 2368"/>
                  <a:gd name="T36" fmla="*/ 672 w 776"/>
                  <a:gd name="T37" fmla="*/ 1696 h 2368"/>
                  <a:gd name="T38" fmla="*/ 768 w 776"/>
                  <a:gd name="T39" fmla="*/ 1840 h 2368"/>
                  <a:gd name="T40" fmla="*/ 720 w 776"/>
                  <a:gd name="T41" fmla="*/ 1984 h 2368"/>
                  <a:gd name="T42" fmla="*/ 768 w 776"/>
                  <a:gd name="T43" fmla="*/ 2176 h 2368"/>
                  <a:gd name="T44" fmla="*/ 720 w 776"/>
                  <a:gd name="T45" fmla="*/ 2224 h 2368"/>
                  <a:gd name="T46" fmla="*/ 768 w 776"/>
                  <a:gd name="T47" fmla="*/ 2368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p:spPr>
            <p:txBody>
              <a:bodyPr wrap="none" anchor="ctr"/>
              <a:lstStyle/>
              <a:p>
                <a:endParaRPr lang="ru-RU"/>
              </a:p>
            </p:txBody>
          </p:sp>
          <p:sp>
            <p:nvSpPr>
              <p:cNvPr id="15" name="Freeform 128"/>
              <p:cNvSpPr>
                <a:spLocks/>
              </p:cNvSpPr>
              <p:nvPr/>
            </p:nvSpPr>
            <p:spPr bwMode="hidden">
              <a:xfrm rot="19660755" flipV="1">
                <a:off x="2546" y="2149"/>
                <a:ext cx="442" cy="838"/>
              </a:xfrm>
              <a:custGeom>
                <a:avLst/>
                <a:gdLst>
                  <a:gd name="T0" fmla="*/ 0 w 776"/>
                  <a:gd name="T1" fmla="*/ 64 h 2368"/>
                  <a:gd name="T2" fmla="*/ 240 w 776"/>
                  <a:gd name="T3" fmla="*/ 16 h 2368"/>
                  <a:gd name="T4" fmla="*/ 96 w 776"/>
                  <a:gd name="T5" fmla="*/ 160 h 2368"/>
                  <a:gd name="T6" fmla="*/ 336 w 776"/>
                  <a:gd name="T7" fmla="*/ 160 h 2368"/>
                  <a:gd name="T8" fmla="*/ 192 w 776"/>
                  <a:gd name="T9" fmla="*/ 304 h 2368"/>
                  <a:gd name="T10" fmla="*/ 384 w 776"/>
                  <a:gd name="T11" fmla="*/ 352 h 2368"/>
                  <a:gd name="T12" fmla="*/ 288 w 776"/>
                  <a:gd name="T13" fmla="*/ 448 h 2368"/>
                  <a:gd name="T14" fmla="*/ 480 w 776"/>
                  <a:gd name="T15" fmla="*/ 496 h 2368"/>
                  <a:gd name="T16" fmla="*/ 384 w 776"/>
                  <a:gd name="T17" fmla="*/ 592 h 2368"/>
                  <a:gd name="T18" fmla="*/ 528 w 776"/>
                  <a:gd name="T19" fmla="*/ 640 h 2368"/>
                  <a:gd name="T20" fmla="*/ 480 w 776"/>
                  <a:gd name="T21" fmla="*/ 736 h 2368"/>
                  <a:gd name="T22" fmla="*/ 576 w 776"/>
                  <a:gd name="T23" fmla="*/ 832 h 2368"/>
                  <a:gd name="T24" fmla="*/ 576 w 776"/>
                  <a:gd name="T25" fmla="*/ 928 h 2368"/>
                  <a:gd name="T26" fmla="*/ 672 w 776"/>
                  <a:gd name="T27" fmla="*/ 1072 h 2368"/>
                  <a:gd name="T28" fmla="*/ 624 w 776"/>
                  <a:gd name="T29" fmla="*/ 1216 h 2368"/>
                  <a:gd name="T30" fmla="*/ 720 w 776"/>
                  <a:gd name="T31" fmla="*/ 1312 h 2368"/>
                  <a:gd name="T32" fmla="*/ 672 w 776"/>
                  <a:gd name="T33" fmla="*/ 1456 h 2368"/>
                  <a:gd name="T34" fmla="*/ 720 w 776"/>
                  <a:gd name="T35" fmla="*/ 1600 h 2368"/>
                  <a:gd name="T36" fmla="*/ 672 w 776"/>
                  <a:gd name="T37" fmla="*/ 1696 h 2368"/>
                  <a:gd name="T38" fmla="*/ 768 w 776"/>
                  <a:gd name="T39" fmla="*/ 1840 h 2368"/>
                  <a:gd name="T40" fmla="*/ 720 w 776"/>
                  <a:gd name="T41" fmla="*/ 1984 h 2368"/>
                  <a:gd name="T42" fmla="*/ 768 w 776"/>
                  <a:gd name="T43" fmla="*/ 2176 h 2368"/>
                  <a:gd name="T44" fmla="*/ 720 w 776"/>
                  <a:gd name="T45" fmla="*/ 2224 h 2368"/>
                  <a:gd name="T46" fmla="*/ 768 w 776"/>
                  <a:gd name="T47" fmla="*/ 2368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p:spPr>
            <p:txBody>
              <a:bodyPr wrap="none" anchor="ctr"/>
              <a:lstStyle/>
              <a:p>
                <a:endParaRPr lang="ru-RU"/>
              </a:p>
            </p:txBody>
          </p:sp>
          <p:sp>
            <p:nvSpPr>
              <p:cNvPr id="16" name="Freeform 129"/>
              <p:cNvSpPr>
                <a:spLocks/>
              </p:cNvSpPr>
              <p:nvPr/>
            </p:nvSpPr>
            <p:spPr bwMode="hidden">
              <a:xfrm flipH="1">
                <a:off x="489" y="2503"/>
                <a:ext cx="1085" cy="1524"/>
              </a:xfrm>
              <a:custGeom>
                <a:avLst/>
                <a:gdLst>
                  <a:gd name="T0" fmla="*/ 0 w 776"/>
                  <a:gd name="T1" fmla="*/ 64 h 2368"/>
                  <a:gd name="T2" fmla="*/ 240 w 776"/>
                  <a:gd name="T3" fmla="*/ 16 h 2368"/>
                  <a:gd name="T4" fmla="*/ 96 w 776"/>
                  <a:gd name="T5" fmla="*/ 160 h 2368"/>
                  <a:gd name="T6" fmla="*/ 336 w 776"/>
                  <a:gd name="T7" fmla="*/ 160 h 2368"/>
                  <a:gd name="T8" fmla="*/ 192 w 776"/>
                  <a:gd name="T9" fmla="*/ 304 h 2368"/>
                  <a:gd name="T10" fmla="*/ 384 w 776"/>
                  <a:gd name="T11" fmla="*/ 352 h 2368"/>
                  <a:gd name="T12" fmla="*/ 288 w 776"/>
                  <a:gd name="T13" fmla="*/ 448 h 2368"/>
                  <a:gd name="T14" fmla="*/ 480 w 776"/>
                  <a:gd name="T15" fmla="*/ 496 h 2368"/>
                  <a:gd name="T16" fmla="*/ 384 w 776"/>
                  <a:gd name="T17" fmla="*/ 592 h 2368"/>
                  <a:gd name="T18" fmla="*/ 528 w 776"/>
                  <a:gd name="T19" fmla="*/ 640 h 2368"/>
                  <a:gd name="T20" fmla="*/ 480 w 776"/>
                  <a:gd name="T21" fmla="*/ 736 h 2368"/>
                  <a:gd name="T22" fmla="*/ 576 w 776"/>
                  <a:gd name="T23" fmla="*/ 832 h 2368"/>
                  <a:gd name="T24" fmla="*/ 576 w 776"/>
                  <a:gd name="T25" fmla="*/ 928 h 2368"/>
                  <a:gd name="T26" fmla="*/ 672 w 776"/>
                  <a:gd name="T27" fmla="*/ 1072 h 2368"/>
                  <a:gd name="T28" fmla="*/ 624 w 776"/>
                  <a:gd name="T29" fmla="*/ 1216 h 2368"/>
                  <a:gd name="T30" fmla="*/ 720 w 776"/>
                  <a:gd name="T31" fmla="*/ 1312 h 2368"/>
                  <a:gd name="T32" fmla="*/ 672 w 776"/>
                  <a:gd name="T33" fmla="*/ 1456 h 2368"/>
                  <a:gd name="T34" fmla="*/ 720 w 776"/>
                  <a:gd name="T35" fmla="*/ 1600 h 2368"/>
                  <a:gd name="T36" fmla="*/ 672 w 776"/>
                  <a:gd name="T37" fmla="*/ 1696 h 2368"/>
                  <a:gd name="T38" fmla="*/ 768 w 776"/>
                  <a:gd name="T39" fmla="*/ 1840 h 2368"/>
                  <a:gd name="T40" fmla="*/ 720 w 776"/>
                  <a:gd name="T41" fmla="*/ 1984 h 2368"/>
                  <a:gd name="T42" fmla="*/ 768 w 776"/>
                  <a:gd name="T43" fmla="*/ 2176 h 2368"/>
                  <a:gd name="T44" fmla="*/ 720 w 776"/>
                  <a:gd name="T45" fmla="*/ 2224 h 2368"/>
                  <a:gd name="T46" fmla="*/ 768 w 776"/>
                  <a:gd name="T47" fmla="*/ 2368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p:spPr>
            <p:txBody>
              <a:bodyPr wrap="none" anchor="ctr"/>
              <a:lstStyle/>
              <a:p>
                <a:endParaRPr lang="ru-RU"/>
              </a:p>
            </p:txBody>
          </p:sp>
          <p:sp>
            <p:nvSpPr>
              <p:cNvPr id="17" name="Freeform 130"/>
              <p:cNvSpPr>
                <a:spLocks/>
              </p:cNvSpPr>
              <p:nvPr/>
            </p:nvSpPr>
            <p:spPr bwMode="hidden">
              <a:xfrm flipH="1">
                <a:off x="1000" y="893"/>
                <a:ext cx="695" cy="1524"/>
              </a:xfrm>
              <a:custGeom>
                <a:avLst/>
                <a:gdLst>
                  <a:gd name="T0" fmla="*/ 0 w 776"/>
                  <a:gd name="T1" fmla="*/ 64 h 2368"/>
                  <a:gd name="T2" fmla="*/ 240 w 776"/>
                  <a:gd name="T3" fmla="*/ 16 h 2368"/>
                  <a:gd name="T4" fmla="*/ 96 w 776"/>
                  <a:gd name="T5" fmla="*/ 160 h 2368"/>
                  <a:gd name="T6" fmla="*/ 336 w 776"/>
                  <a:gd name="T7" fmla="*/ 160 h 2368"/>
                  <a:gd name="T8" fmla="*/ 192 w 776"/>
                  <a:gd name="T9" fmla="*/ 304 h 2368"/>
                  <a:gd name="T10" fmla="*/ 384 w 776"/>
                  <a:gd name="T11" fmla="*/ 352 h 2368"/>
                  <a:gd name="T12" fmla="*/ 288 w 776"/>
                  <a:gd name="T13" fmla="*/ 448 h 2368"/>
                  <a:gd name="T14" fmla="*/ 480 w 776"/>
                  <a:gd name="T15" fmla="*/ 496 h 2368"/>
                  <a:gd name="T16" fmla="*/ 384 w 776"/>
                  <a:gd name="T17" fmla="*/ 592 h 2368"/>
                  <a:gd name="T18" fmla="*/ 528 w 776"/>
                  <a:gd name="T19" fmla="*/ 640 h 2368"/>
                  <a:gd name="T20" fmla="*/ 480 w 776"/>
                  <a:gd name="T21" fmla="*/ 736 h 2368"/>
                  <a:gd name="T22" fmla="*/ 576 w 776"/>
                  <a:gd name="T23" fmla="*/ 832 h 2368"/>
                  <a:gd name="T24" fmla="*/ 576 w 776"/>
                  <a:gd name="T25" fmla="*/ 928 h 2368"/>
                  <a:gd name="T26" fmla="*/ 672 w 776"/>
                  <a:gd name="T27" fmla="*/ 1072 h 2368"/>
                  <a:gd name="T28" fmla="*/ 624 w 776"/>
                  <a:gd name="T29" fmla="*/ 1216 h 2368"/>
                  <a:gd name="T30" fmla="*/ 720 w 776"/>
                  <a:gd name="T31" fmla="*/ 1312 h 2368"/>
                  <a:gd name="T32" fmla="*/ 672 w 776"/>
                  <a:gd name="T33" fmla="*/ 1456 h 2368"/>
                  <a:gd name="T34" fmla="*/ 720 w 776"/>
                  <a:gd name="T35" fmla="*/ 1600 h 2368"/>
                  <a:gd name="T36" fmla="*/ 672 w 776"/>
                  <a:gd name="T37" fmla="*/ 1696 h 2368"/>
                  <a:gd name="T38" fmla="*/ 768 w 776"/>
                  <a:gd name="T39" fmla="*/ 1840 h 2368"/>
                  <a:gd name="T40" fmla="*/ 720 w 776"/>
                  <a:gd name="T41" fmla="*/ 1984 h 2368"/>
                  <a:gd name="T42" fmla="*/ 768 w 776"/>
                  <a:gd name="T43" fmla="*/ 2176 h 2368"/>
                  <a:gd name="T44" fmla="*/ 720 w 776"/>
                  <a:gd name="T45" fmla="*/ 2224 h 2368"/>
                  <a:gd name="T46" fmla="*/ 768 w 776"/>
                  <a:gd name="T47" fmla="*/ 2368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p:spPr>
            <p:txBody>
              <a:bodyPr wrap="none" anchor="ctr"/>
              <a:lstStyle/>
              <a:p>
                <a:endParaRPr lang="ru-RU"/>
              </a:p>
            </p:txBody>
          </p:sp>
          <p:sp>
            <p:nvSpPr>
              <p:cNvPr id="18" name="Freeform 131"/>
              <p:cNvSpPr>
                <a:spLocks/>
              </p:cNvSpPr>
              <p:nvPr/>
            </p:nvSpPr>
            <p:spPr bwMode="hidden">
              <a:xfrm>
                <a:off x="4401" y="2279"/>
                <a:ext cx="1007" cy="1600"/>
              </a:xfrm>
              <a:custGeom>
                <a:avLst/>
                <a:gdLst>
                  <a:gd name="T0" fmla="*/ 0 w 776"/>
                  <a:gd name="T1" fmla="*/ 64 h 2368"/>
                  <a:gd name="T2" fmla="*/ 240 w 776"/>
                  <a:gd name="T3" fmla="*/ 16 h 2368"/>
                  <a:gd name="T4" fmla="*/ 96 w 776"/>
                  <a:gd name="T5" fmla="*/ 160 h 2368"/>
                  <a:gd name="T6" fmla="*/ 336 w 776"/>
                  <a:gd name="T7" fmla="*/ 160 h 2368"/>
                  <a:gd name="T8" fmla="*/ 192 w 776"/>
                  <a:gd name="T9" fmla="*/ 304 h 2368"/>
                  <a:gd name="T10" fmla="*/ 384 w 776"/>
                  <a:gd name="T11" fmla="*/ 352 h 2368"/>
                  <a:gd name="T12" fmla="*/ 288 w 776"/>
                  <a:gd name="T13" fmla="*/ 448 h 2368"/>
                  <a:gd name="T14" fmla="*/ 480 w 776"/>
                  <a:gd name="T15" fmla="*/ 496 h 2368"/>
                  <a:gd name="T16" fmla="*/ 384 w 776"/>
                  <a:gd name="T17" fmla="*/ 592 h 2368"/>
                  <a:gd name="T18" fmla="*/ 528 w 776"/>
                  <a:gd name="T19" fmla="*/ 640 h 2368"/>
                  <a:gd name="T20" fmla="*/ 480 w 776"/>
                  <a:gd name="T21" fmla="*/ 736 h 2368"/>
                  <a:gd name="T22" fmla="*/ 576 w 776"/>
                  <a:gd name="T23" fmla="*/ 832 h 2368"/>
                  <a:gd name="T24" fmla="*/ 576 w 776"/>
                  <a:gd name="T25" fmla="*/ 928 h 2368"/>
                  <a:gd name="T26" fmla="*/ 672 w 776"/>
                  <a:gd name="T27" fmla="*/ 1072 h 2368"/>
                  <a:gd name="T28" fmla="*/ 624 w 776"/>
                  <a:gd name="T29" fmla="*/ 1216 h 2368"/>
                  <a:gd name="T30" fmla="*/ 720 w 776"/>
                  <a:gd name="T31" fmla="*/ 1312 h 2368"/>
                  <a:gd name="T32" fmla="*/ 672 w 776"/>
                  <a:gd name="T33" fmla="*/ 1456 h 2368"/>
                  <a:gd name="T34" fmla="*/ 720 w 776"/>
                  <a:gd name="T35" fmla="*/ 1600 h 2368"/>
                  <a:gd name="T36" fmla="*/ 672 w 776"/>
                  <a:gd name="T37" fmla="*/ 1696 h 2368"/>
                  <a:gd name="T38" fmla="*/ 768 w 776"/>
                  <a:gd name="T39" fmla="*/ 1840 h 2368"/>
                  <a:gd name="T40" fmla="*/ 720 w 776"/>
                  <a:gd name="T41" fmla="*/ 1984 h 2368"/>
                  <a:gd name="T42" fmla="*/ 768 w 776"/>
                  <a:gd name="T43" fmla="*/ 2176 h 2368"/>
                  <a:gd name="T44" fmla="*/ 720 w 776"/>
                  <a:gd name="T45" fmla="*/ 2224 h 2368"/>
                  <a:gd name="T46" fmla="*/ 768 w 776"/>
                  <a:gd name="T47" fmla="*/ 2368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p:spPr>
            <p:txBody>
              <a:bodyPr wrap="none" anchor="ctr"/>
              <a:lstStyle/>
              <a:p>
                <a:endParaRPr lang="ru-RU"/>
              </a:p>
            </p:txBody>
          </p:sp>
          <p:sp>
            <p:nvSpPr>
              <p:cNvPr id="19" name="Freeform 132"/>
              <p:cNvSpPr>
                <a:spLocks/>
              </p:cNvSpPr>
              <p:nvPr/>
            </p:nvSpPr>
            <p:spPr bwMode="hidden">
              <a:xfrm>
                <a:off x="3877" y="1470"/>
                <a:ext cx="1519" cy="1067"/>
              </a:xfrm>
              <a:custGeom>
                <a:avLst/>
                <a:gdLst>
                  <a:gd name="T0" fmla="*/ 0 w 776"/>
                  <a:gd name="T1" fmla="*/ 64 h 2368"/>
                  <a:gd name="T2" fmla="*/ 240 w 776"/>
                  <a:gd name="T3" fmla="*/ 16 h 2368"/>
                  <a:gd name="T4" fmla="*/ 96 w 776"/>
                  <a:gd name="T5" fmla="*/ 160 h 2368"/>
                  <a:gd name="T6" fmla="*/ 336 w 776"/>
                  <a:gd name="T7" fmla="*/ 160 h 2368"/>
                  <a:gd name="T8" fmla="*/ 192 w 776"/>
                  <a:gd name="T9" fmla="*/ 304 h 2368"/>
                  <a:gd name="T10" fmla="*/ 384 w 776"/>
                  <a:gd name="T11" fmla="*/ 352 h 2368"/>
                  <a:gd name="T12" fmla="*/ 288 w 776"/>
                  <a:gd name="T13" fmla="*/ 448 h 2368"/>
                  <a:gd name="T14" fmla="*/ 480 w 776"/>
                  <a:gd name="T15" fmla="*/ 496 h 2368"/>
                  <a:gd name="T16" fmla="*/ 384 w 776"/>
                  <a:gd name="T17" fmla="*/ 592 h 2368"/>
                  <a:gd name="T18" fmla="*/ 528 w 776"/>
                  <a:gd name="T19" fmla="*/ 640 h 2368"/>
                  <a:gd name="T20" fmla="*/ 480 w 776"/>
                  <a:gd name="T21" fmla="*/ 736 h 2368"/>
                  <a:gd name="T22" fmla="*/ 576 w 776"/>
                  <a:gd name="T23" fmla="*/ 832 h 2368"/>
                  <a:gd name="T24" fmla="*/ 576 w 776"/>
                  <a:gd name="T25" fmla="*/ 928 h 2368"/>
                  <a:gd name="T26" fmla="*/ 672 w 776"/>
                  <a:gd name="T27" fmla="*/ 1072 h 2368"/>
                  <a:gd name="T28" fmla="*/ 624 w 776"/>
                  <a:gd name="T29" fmla="*/ 1216 h 2368"/>
                  <a:gd name="T30" fmla="*/ 720 w 776"/>
                  <a:gd name="T31" fmla="*/ 1312 h 2368"/>
                  <a:gd name="T32" fmla="*/ 672 w 776"/>
                  <a:gd name="T33" fmla="*/ 1456 h 2368"/>
                  <a:gd name="T34" fmla="*/ 720 w 776"/>
                  <a:gd name="T35" fmla="*/ 1600 h 2368"/>
                  <a:gd name="T36" fmla="*/ 672 w 776"/>
                  <a:gd name="T37" fmla="*/ 1696 h 2368"/>
                  <a:gd name="T38" fmla="*/ 768 w 776"/>
                  <a:gd name="T39" fmla="*/ 1840 h 2368"/>
                  <a:gd name="T40" fmla="*/ 720 w 776"/>
                  <a:gd name="T41" fmla="*/ 1984 h 2368"/>
                  <a:gd name="T42" fmla="*/ 768 w 776"/>
                  <a:gd name="T43" fmla="*/ 2176 h 2368"/>
                  <a:gd name="T44" fmla="*/ 720 w 776"/>
                  <a:gd name="T45" fmla="*/ 2224 h 2368"/>
                  <a:gd name="T46" fmla="*/ 768 w 776"/>
                  <a:gd name="T47" fmla="*/ 2368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p:spPr>
            <p:txBody>
              <a:bodyPr wrap="none" anchor="ctr"/>
              <a:lstStyle/>
              <a:p>
                <a:endParaRPr lang="ru-RU"/>
              </a:p>
            </p:txBody>
          </p:sp>
          <p:sp>
            <p:nvSpPr>
              <p:cNvPr id="20" name="Freeform 133"/>
              <p:cNvSpPr>
                <a:spLocks/>
              </p:cNvSpPr>
              <p:nvPr/>
            </p:nvSpPr>
            <p:spPr bwMode="hidden">
              <a:xfrm>
                <a:off x="3934" y="337"/>
                <a:ext cx="663" cy="1434"/>
              </a:xfrm>
              <a:custGeom>
                <a:avLst/>
                <a:gdLst>
                  <a:gd name="T0" fmla="*/ 0 w 776"/>
                  <a:gd name="T1" fmla="*/ 64 h 2368"/>
                  <a:gd name="T2" fmla="*/ 240 w 776"/>
                  <a:gd name="T3" fmla="*/ 16 h 2368"/>
                  <a:gd name="T4" fmla="*/ 96 w 776"/>
                  <a:gd name="T5" fmla="*/ 160 h 2368"/>
                  <a:gd name="T6" fmla="*/ 336 w 776"/>
                  <a:gd name="T7" fmla="*/ 160 h 2368"/>
                  <a:gd name="T8" fmla="*/ 192 w 776"/>
                  <a:gd name="T9" fmla="*/ 304 h 2368"/>
                  <a:gd name="T10" fmla="*/ 384 w 776"/>
                  <a:gd name="T11" fmla="*/ 352 h 2368"/>
                  <a:gd name="T12" fmla="*/ 288 w 776"/>
                  <a:gd name="T13" fmla="*/ 448 h 2368"/>
                  <a:gd name="T14" fmla="*/ 480 w 776"/>
                  <a:gd name="T15" fmla="*/ 496 h 2368"/>
                  <a:gd name="T16" fmla="*/ 384 w 776"/>
                  <a:gd name="T17" fmla="*/ 592 h 2368"/>
                  <a:gd name="T18" fmla="*/ 528 w 776"/>
                  <a:gd name="T19" fmla="*/ 640 h 2368"/>
                  <a:gd name="T20" fmla="*/ 480 w 776"/>
                  <a:gd name="T21" fmla="*/ 736 h 2368"/>
                  <a:gd name="T22" fmla="*/ 576 w 776"/>
                  <a:gd name="T23" fmla="*/ 832 h 2368"/>
                  <a:gd name="T24" fmla="*/ 576 w 776"/>
                  <a:gd name="T25" fmla="*/ 928 h 2368"/>
                  <a:gd name="T26" fmla="*/ 672 w 776"/>
                  <a:gd name="T27" fmla="*/ 1072 h 2368"/>
                  <a:gd name="T28" fmla="*/ 624 w 776"/>
                  <a:gd name="T29" fmla="*/ 1216 h 2368"/>
                  <a:gd name="T30" fmla="*/ 720 w 776"/>
                  <a:gd name="T31" fmla="*/ 1312 h 2368"/>
                  <a:gd name="T32" fmla="*/ 672 w 776"/>
                  <a:gd name="T33" fmla="*/ 1456 h 2368"/>
                  <a:gd name="T34" fmla="*/ 720 w 776"/>
                  <a:gd name="T35" fmla="*/ 1600 h 2368"/>
                  <a:gd name="T36" fmla="*/ 672 w 776"/>
                  <a:gd name="T37" fmla="*/ 1696 h 2368"/>
                  <a:gd name="T38" fmla="*/ 768 w 776"/>
                  <a:gd name="T39" fmla="*/ 1840 h 2368"/>
                  <a:gd name="T40" fmla="*/ 720 w 776"/>
                  <a:gd name="T41" fmla="*/ 1984 h 2368"/>
                  <a:gd name="T42" fmla="*/ 768 w 776"/>
                  <a:gd name="T43" fmla="*/ 2176 h 2368"/>
                  <a:gd name="T44" fmla="*/ 720 w 776"/>
                  <a:gd name="T45" fmla="*/ 2224 h 2368"/>
                  <a:gd name="T46" fmla="*/ 768 w 776"/>
                  <a:gd name="T47" fmla="*/ 2368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p:spPr>
            <p:txBody>
              <a:bodyPr wrap="none" anchor="ctr"/>
              <a:lstStyle/>
              <a:p>
                <a:endParaRPr lang="ru-RU"/>
              </a:p>
            </p:txBody>
          </p:sp>
          <p:sp>
            <p:nvSpPr>
              <p:cNvPr id="21" name="Freeform 134"/>
              <p:cNvSpPr>
                <a:spLocks/>
              </p:cNvSpPr>
              <p:nvPr/>
            </p:nvSpPr>
            <p:spPr bwMode="hidden">
              <a:xfrm rot="1346631" flipH="1">
                <a:off x="1702" y="1506"/>
                <a:ext cx="442" cy="837"/>
              </a:xfrm>
              <a:custGeom>
                <a:avLst/>
                <a:gdLst>
                  <a:gd name="T0" fmla="*/ 0 w 776"/>
                  <a:gd name="T1" fmla="*/ 64 h 2368"/>
                  <a:gd name="T2" fmla="*/ 240 w 776"/>
                  <a:gd name="T3" fmla="*/ 16 h 2368"/>
                  <a:gd name="T4" fmla="*/ 96 w 776"/>
                  <a:gd name="T5" fmla="*/ 160 h 2368"/>
                  <a:gd name="T6" fmla="*/ 336 w 776"/>
                  <a:gd name="T7" fmla="*/ 160 h 2368"/>
                  <a:gd name="T8" fmla="*/ 192 w 776"/>
                  <a:gd name="T9" fmla="*/ 304 h 2368"/>
                  <a:gd name="T10" fmla="*/ 384 w 776"/>
                  <a:gd name="T11" fmla="*/ 352 h 2368"/>
                  <a:gd name="T12" fmla="*/ 288 w 776"/>
                  <a:gd name="T13" fmla="*/ 448 h 2368"/>
                  <a:gd name="T14" fmla="*/ 480 w 776"/>
                  <a:gd name="T15" fmla="*/ 496 h 2368"/>
                  <a:gd name="T16" fmla="*/ 384 w 776"/>
                  <a:gd name="T17" fmla="*/ 592 h 2368"/>
                  <a:gd name="T18" fmla="*/ 528 w 776"/>
                  <a:gd name="T19" fmla="*/ 640 h 2368"/>
                  <a:gd name="T20" fmla="*/ 480 w 776"/>
                  <a:gd name="T21" fmla="*/ 736 h 2368"/>
                  <a:gd name="T22" fmla="*/ 576 w 776"/>
                  <a:gd name="T23" fmla="*/ 832 h 2368"/>
                  <a:gd name="T24" fmla="*/ 576 w 776"/>
                  <a:gd name="T25" fmla="*/ 928 h 2368"/>
                  <a:gd name="T26" fmla="*/ 672 w 776"/>
                  <a:gd name="T27" fmla="*/ 1072 h 2368"/>
                  <a:gd name="T28" fmla="*/ 624 w 776"/>
                  <a:gd name="T29" fmla="*/ 1216 h 2368"/>
                  <a:gd name="T30" fmla="*/ 720 w 776"/>
                  <a:gd name="T31" fmla="*/ 1312 h 2368"/>
                  <a:gd name="T32" fmla="*/ 672 w 776"/>
                  <a:gd name="T33" fmla="*/ 1456 h 2368"/>
                  <a:gd name="T34" fmla="*/ 720 w 776"/>
                  <a:gd name="T35" fmla="*/ 1600 h 2368"/>
                  <a:gd name="T36" fmla="*/ 672 w 776"/>
                  <a:gd name="T37" fmla="*/ 1696 h 2368"/>
                  <a:gd name="T38" fmla="*/ 768 w 776"/>
                  <a:gd name="T39" fmla="*/ 1840 h 2368"/>
                  <a:gd name="T40" fmla="*/ 720 w 776"/>
                  <a:gd name="T41" fmla="*/ 1984 h 2368"/>
                  <a:gd name="T42" fmla="*/ 768 w 776"/>
                  <a:gd name="T43" fmla="*/ 2176 h 2368"/>
                  <a:gd name="T44" fmla="*/ 720 w 776"/>
                  <a:gd name="T45" fmla="*/ 2224 h 2368"/>
                  <a:gd name="T46" fmla="*/ 768 w 776"/>
                  <a:gd name="T47" fmla="*/ 2368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p:spPr>
            <p:txBody>
              <a:bodyPr wrap="none" anchor="ctr"/>
              <a:lstStyle/>
              <a:p>
                <a:endParaRPr lang="ru-RU"/>
              </a:p>
            </p:txBody>
          </p:sp>
        </p:grpSp>
      </p:grpSp>
      <p:sp>
        <p:nvSpPr>
          <p:cNvPr id="155783" name="Rectangle 135"/>
          <p:cNvSpPr>
            <a:spLocks noGrp="1" noChangeArrowheads="1"/>
          </p:cNvSpPr>
          <p:nvPr>
            <p:ph type="ctrTitle" sz="quarter"/>
          </p:nvPr>
        </p:nvSpPr>
        <p:spPr>
          <a:xfrm>
            <a:off x="685800" y="1827213"/>
            <a:ext cx="7772400" cy="1627187"/>
          </a:xfrm>
        </p:spPr>
        <p:txBody>
          <a:bodyPr/>
          <a:lstStyle>
            <a:lvl1pPr>
              <a:defRPr/>
            </a:lvl1pPr>
          </a:lstStyle>
          <a:p>
            <a:r>
              <a:rPr lang="ru-RU"/>
              <a:t>Образец заголовка</a:t>
            </a:r>
          </a:p>
        </p:txBody>
      </p:sp>
      <p:sp>
        <p:nvSpPr>
          <p:cNvPr id="155784" name="Rectangle 136"/>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r>
              <a:rPr lang="ru-RU"/>
              <a:t>Образец подзаголовка</a:t>
            </a:r>
          </a:p>
        </p:txBody>
      </p:sp>
      <p:sp>
        <p:nvSpPr>
          <p:cNvPr id="137" name="Rectangle 137"/>
          <p:cNvSpPr>
            <a:spLocks noGrp="1" noChangeArrowheads="1"/>
          </p:cNvSpPr>
          <p:nvPr>
            <p:ph type="dt" sz="quarter" idx="10"/>
          </p:nvPr>
        </p:nvSpPr>
        <p:spPr/>
        <p:txBody>
          <a:bodyPr/>
          <a:lstStyle>
            <a:lvl1pPr>
              <a:defRPr/>
            </a:lvl1pPr>
          </a:lstStyle>
          <a:p>
            <a:pPr>
              <a:defRPr/>
            </a:pPr>
            <a:endParaRPr lang="ru-RU"/>
          </a:p>
        </p:txBody>
      </p:sp>
      <p:sp>
        <p:nvSpPr>
          <p:cNvPr id="138" name="Rectangle 138"/>
          <p:cNvSpPr>
            <a:spLocks noGrp="1" noChangeArrowheads="1"/>
          </p:cNvSpPr>
          <p:nvPr>
            <p:ph type="ftr" sz="quarter" idx="11"/>
          </p:nvPr>
        </p:nvSpPr>
        <p:spPr/>
        <p:txBody>
          <a:bodyPr/>
          <a:lstStyle>
            <a:lvl1pPr>
              <a:defRPr/>
            </a:lvl1pPr>
          </a:lstStyle>
          <a:p>
            <a:pPr>
              <a:defRPr/>
            </a:pPr>
            <a:endParaRPr lang="ru-RU"/>
          </a:p>
        </p:txBody>
      </p:sp>
      <p:sp>
        <p:nvSpPr>
          <p:cNvPr id="139" name="Rectangle 139"/>
          <p:cNvSpPr>
            <a:spLocks noGrp="1" noChangeArrowheads="1"/>
          </p:cNvSpPr>
          <p:nvPr>
            <p:ph type="sldNum" sz="quarter" idx="12"/>
          </p:nvPr>
        </p:nvSpPr>
        <p:spPr/>
        <p:txBody>
          <a:bodyPr/>
          <a:lstStyle>
            <a:lvl1pPr>
              <a:defRPr/>
            </a:lvl1pPr>
          </a:lstStyle>
          <a:p>
            <a:fld id="{EBE24790-C682-4F8F-BCC1-BE8F8AAAD0A1}" type="slidenum">
              <a:rPr lang="ru-RU" altLang="ru-RU"/>
              <a:pPr/>
              <a:t>‹#›</a:t>
            </a:fld>
            <a:endParaRPr lang="ru-RU" altLang="ru-RU"/>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139"/>
          <p:cNvSpPr>
            <a:spLocks noGrp="1" noChangeArrowheads="1"/>
          </p:cNvSpPr>
          <p:nvPr>
            <p:ph type="dt" sz="half" idx="10"/>
          </p:nvPr>
        </p:nvSpPr>
        <p:spPr>
          <a:ln/>
        </p:spPr>
        <p:txBody>
          <a:bodyPr/>
          <a:lstStyle>
            <a:lvl1pPr>
              <a:defRPr/>
            </a:lvl1pPr>
          </a:lstStyle>
          <a:p>
            <a:pPr>
              <a:defRPr/>
            </a:pPr>
            <a:endParaRPr lang="ru-RU"/>
          </a:p>
        </p:txBody>
      </p:sp>
      <p:sp>
        <p:nvSpPr>
          <p:cNvPr id="5" name="Rectangle 140"/>
          <p:cNvSpPr>
            <a:spLocks noGrp="1" noChangeArrowheads="1"/>
          </p:cNvSpPr>
          <p:nvPr>
            <p:ph type="ftr" sz="quarter" idx="11"/>
          </p:nvPr>
        </p:nvSpPr>
        <p:spPr>
          <a:ln/>
        </p:spPr>
        <p:txBody>
          <a:bodyPr/>
          <a:lstStyle>
            <a:lvl1pPr>
              <a:defRPr/>
            </a:lvl1pPr>
          </a:lstStyle>
          <a:p>
            <a:pPr>
              <a:defRPr/>
            </a:pPr>
            <a:endParaRPr lang="ru-RU"/>
          </a:p>
        </p:txBody>
      </p:sp>
      <p:sp>
        <p:nvSpPr>
          <p:cNvPr id="6" name="Rectangle 141"/>
          <p:cNvSpPr>
            <a:spLocks noGrp="1" noChangeArrowheads="1"/>
          </p:cNvSpPr>
          <p:nvPr>
            <p:ph type="sldNum" sz="quarter" idx="12"/>
          </p:nvPr>
        </p:nvSpPr>
        <p:spPr>
          <a:ln/>
        </p:spPr>
        <p:txBody>
          <a:bodyPr/>
          <a:lstStyle>
            <a:lvl1pPr>
              <a:defRPr/>
            </a:lvl1pPr>
          </a:lstStyle>
          <a:p>
            <a:fld id="{6B74081F-1912-4C5B-8436-96A73E166644}" type="slidenum">
              <a:rPr lang="ru-RU" altLang="ru-RU"/>
              <a:pPr/>
              <a:t>‹#›</a:t>
            </a:fld>
            <a:endParaRPr lang="ru-RU" altLang="ru-RU"/>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a:t>Образец текста</a:t>
            </a:r>
          </a:p>
        </p:txBody>
      </p:sp>
      <p:sp>
        <p:nvSpPr>
          <p:cNvPr id="4" name="Rectangle 139"/>
          <p:cNvSpPr>
            <a:spLocks noGrp="1" noChangeArrowheads="1"/>
          </p:cNvSpPr>
          <p:nvPr>
            <p:ph type="dt" sz="half" idx="10"/>
          </p:nvPr>
        </p:nvSpPr>
        <p:spPr>
          <a:ln/>
        </p:spPr>
        <p:txBody>
          <a:bodyPr/>
          <a:lstStyle>
            <a:lvl1pPr>
              <a:defRPr/>
            </a:lvl1pPr>
          </a:lstStyle>
          <a:p>
            <a:pPr>
              <a:defRPr/>
            </a:pPr>
            <a:endParaRPr lang="ru-RU"/>
          </a:p>
        </p:txBody>
      </p:sp>
      <p:sp>
        <p:nvSpPr>
          <p:cNvPr id="5" name="Rectangle 140"/>
          <p:cNvSpPr>
            <a:spLocks noGrp="1" noChangeArrowheads="1"/>
          </p:cNvSpPr>
          <p:nvPr>
            <p:ph type="ftr" sz="quarter" idx="11"/>
          </p:nvPr>
        </p:nvSpPr>
        <p:spPr>
          <a:ln/>
        </p:spPr>
        <p:txBody>
          <a:bodyPr/>
          <a:lstStyle>
            <a:lvl1pPr>
              <a:defRPr/>
            </a:lvl1pPr>
          </a:lstStyle>
          <a:p>
            <a:pPr>
              <a:defRPr/>
            </a:pPr>
            <a:endParaRPr lang="ru-RU"/>
          </a:p>
        </p:txBody>
      </p:sp>
      <p:sp>
        <p:nvSpPr>
          <p:cNvPr id="6" name="Rectangle 141"/>
          <p:cNvSpPr>
            <a:spLocks noGrp="1" noChangeArrowheads="1"/>
          </p:cNvSpPr>
          <p:nvPr>
            <p:ph type="sldNum" sz="quarter" idx="12"/>
          </p:nvPr>
        </p:nvSpPr>
        <p:spPr>
          <a:ln/>
        </p:spPr>
        <p:txBody>
          <a:bodyPr/>
          <a:lstStyle>
            <a:lvl1pPr>
              <a:defRPr/>
            </a:lvl1pPr>
          </a:lstStyle>
          <a:p>
            <a:fld id="{370E7D3C-3FCA-4E20-A74E-085B35E959A4}" type="slidenum">
              <a:rPr lang="ru-RU" altLang="ru-RU"/>
              <a:pPr/>
              <a:t>‹#›</a:t>
            </a:fld>
            <a:endParaRPr lang="ru-RU" altLang="ru-RU"/>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Rectangle 139"/>
          <p:cNvSpPr>
            <a:spLocks noGrp="1" noChangeArrowheads="1"/>
          </p:cNvSpPr>
          <p:nvPr>
            <p:ph type="dt" sz="half" idx="10"/>
          </p:nvPr>
        </p:nvSpPr>
        <p:spPr>
          <a:ln/>
        </p:spPr>
        <p:txBody>
          <a:bodyPr/>
          <a:lstStyle>
            <a:lvl1pPr>
              <a:defRPr/>
            </a:lvl1pPr>
          </a:lstStyle>
          <a:p>
            <a:pPr>
              <a:defRPr/>
            </a:pPr>
            <a:endParaRPr lang="ru-RU"/>
          </a:p>
        </p:txBody>
      </p:sp>
      <p:sp>
        <p:nvSpPr>
          <p:cNvPr id="6" name="Rectangle 140"/>
          <p:cNvSpPr>
            <a:spLocks noGrp="1" noChangeArrowheads="1"/>
          </p:cNvSpPr>
          <p:nvPr>
            <p:ph type="ftr" sz="quarter" idx="11"/>
          </p:nvPr>
        </p:nvSpPr>
        <p:spPr>
          <a:ln/>
        </p:spPr>
        <p:txBody>
          <a:bodyPr/>
          <a:lstStyle>
            <a:lvl1pPr>
              <a:defRPr/>
            </a:lvl1pPr>
          </a:lstStyle>
          <a:p>
            <a:pPr>
              <a:defRPr/>
            </a:pPr>
            <a:endParaRPr lang="ru-RU"/>
          </a:p>
        </p:txBody>
      </p:sp>
      <p:sp>
        <p:nvSpPr>
          <p:cNvPr id="7" name="Rectangle 141"/>
          <p:cNvSpPr>
            <a:spLocks noGrp="1" noChangeArrowheads="1"/>
          </p:cNvSpPr>
          <p:nvPr>
            <p:ph type="sldNum" sz="quarter" idx="12"/>
          </p:nvPr>
        </p:nvSpPr>
        <p:spPr>
          <a:ln/>
        </p:spPr>
        <p:txBody>
          <a:bodyPr/>
          <a:lstStyle>
            <a:lvl1pPr>
              <a:defRPr/>
            </a:lvl1pPr>
          </a:lstStyle>
          <a:p>
            <a:fld id="{799903F9-CE1E-414C-833C-50B8CEA7512E}" type="slidenum">
              <a:rPr lang="ru-RU" altLang="ru-RU"/>
              <a:pPr/>
              <a:t>‹#›</a:t>
            </a:fld>
            <a:endParaRPr lang="ru-RU" altLang="ru-RU"/>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Rectangle 139"/>
          <p:cNvSpPr>
            <a:spLocks noGrp="1" noChangeArrowheads="1"/>
          </p:cNvSpPr>
          <p:nvPr>
            <p:ph type="dt" sz="half" idx="10"/>
          </p:nvPr>
        </p:nvSpPr>
        <p:spPr>
          <a:ln/>
        </p:spPr>
        <p:txBody>
          <a:bodyPr/>
          <a:lstStyle>
            <a:lvl1pPr>
              <a:defRPr/>
            </a:lvl1pPr>
          </a:lstStyle>
          <a:p>
            <a:pPr>
              <a:defRPr/>
            </a:pPr>
            <a:endParaRPr lang="ru-RU"/>
          </a:p>
        </p:txBody>
      </p:sp>
      <p:sp>
        <p:nvSpPr>
          <p:cNvPr id="8" name="Rectangle 140"/>
          <p:cNvSpPr>
            <a:spLocks noGrp="1" noChangeArrowheads="1"/>
          </p:cNvSpPr>
          <p:nvPr>
            <p:ph type="ftr" sz="quarter" idx="11"/>
          </p:nvPr>
        </p:nvSpPr>
        <p:spPr>
          <a:ln/>
        </p:spPr>
        <p:txBody>
          <a:bodyPr/>
          <a:lstStyle>
            <a:lvl1pPr>
              <a:defRPr/>
            </a:lvl1pPr>
          </a:lstStyle>
          <a:p>
            <a:pPr>
              <a:defRPr/>
            </a:pPr>
            <a:endParaRPr lang="ru-RU"/>
          </a:p>
        </p:txBody>
      </p:sp>
      <p:sp>
        <p:nvSpPr>
          <p:cNvPr id="9" name="Rectangle 141"/>
          <p:cNvSpPr>
            <a:spLocks noGrp="1" noChangeArrowheads="1"/>
          </p:cNvSpPr>
          <p:nvPr>
            <p:ph type="sldNum" sz="quarter" idx="12"/>
          </p:nvPr>
        </p:nvSpPr>
        <p:spPr>
          <a:ln/>
        </p:spPr>
        <p:txBody>
          <a:bodyPr/>
          <a:lstStyle>
            <a:lvl1pPr>
              <a:defRPr/>
            </a:lvl1pPr>
          </a:lstStyle>
          <a:p>
            <a:fld id="{EDFEA170-36AF-4F9B-8B84-C98C7B201B09}" type="slidenum">
              <a:rPr lang="ru-RU" altLang="ru-RU"/>
              <a:pPr/>
              <a:t>‹#›</a:t>
            </a:fld>
            <a:endParaRPr lang="ru-RU" altLang="ru-RU"/>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Rectangle 139"/>
          <p:cNvSpPr>
            <a:spLocks noGrp="1" noChangeArrowheads="1"/>
          </p:cNvSpPr>
          <p:nvPr>
            <p:ph type="dt" sz="half" idx="10"/>
          </p:nvPr>
        </p:nvSpPr>
        <p:spPr>
          <a:ln/>
        </p:spPr>
        <p:txBody>
          <a:bodyPr/>
          <a:lstStyle>
            <a:lvl1pPr>
              <a:defRPr/>
            </a:lvl1pPr>
          </a:lstStyle>
          <a:p>
            <a:pPr>
              <a:defRPr/>
            </a:pPr>
            <a:endParaRPr lang="ru-RU"/>
          </a:p>
        </p:txBody>
      </p:sp>
      <p:sp>
        <p:nvSpPr>
          <p:cNvPr id="4" name="Rectangle 140"/>
          <p:cNvSpPr>
            <a:spLocks noGrp="1" noChangeArrowheads="1"/>
          </p:cNvSpPr>
          <p:nvPr>
            <p:ph type="ftr" sz="quarter" idx="11"/>
          </p:nvPr>
        </p:nvSpPr>
        <p:spPr>
          <a:ln/>
        </p:spPr>
        <p:txBody>
          <a:bodyPr/>
          <a:lstStyle>
            <a:lvl1pPr>
              <a:defRPr/>
            </a:lvl1pPr>
          </a:lstStyle>
          <a:p>
            <a:pPr>
              <a:defRPr/>
            </a:pPr>
            <a:endParaRPr lang="ru-RU"/>
          </a:p>
        </p:txBody>
      </p:sp>
      <p:sp>
        <p:nvSpPr>
          <p:cNvPr id="5" name="Rectangle 141"/>
          <p:cNvSpPr>
            <a:spLocks noGrp="1" noChangeArrowheads="1"/>
          </p:cNvSpPr>
          <p:nvPr>
            <p:ph type="sldNum" sz="quarter" idx="12"/>
          </p:nvPr>
        </p:nvSpPr>
        <p:spPr>
          <a:ln/>
        </p:spPr>
        <p:txBody>
          <a:bodyPr/>
          <a:lstStyle>
            <a:lvl1pPr>
              <a:defRPr/>
            </a:lvl1pPr>
          </a:lstStyle>
          <a:p>
            <a:fld id="{2D2F4E3B-9AAC-4302-8FF1-FC0DFE6AF5A6}" type="slidenum">
              <a:rPr lang="ru-RU" altLang="ru-RU"/>
              <a:pPr/>
              <a:t>‹#›</a:t>
            </a:fld>
            <a:endParaRPr lang="ru-RU" altLang="ru-RU"/>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Rectangle 139"/>
          <p:cNvSpPr>
            <a:spLocks noGrp="1" noChangeArrowheads="1"/>
          </p:cNvSpPr>
          <p:nvPr>
            <p:ph type="dt" sz="half" idx="10"/>
          </p:nvPr>
        </p:nvSpPr>
        <p:spPr>
          <a:ln/>
        </p:spPr>
        <p:txBody>
          <a:bodyPr/>
          <a:lstStyle>
            <a:lvl1pPr>
              <a:defRPr/>
            </a:lvl1pPr>
          </a:lstStyle>
          <a:p>
            <a:pPr>
              <a:defRPr/>
            </a:pPr>
            <a:endParaRPr lang="ru-RU"/>
          </a:p>
        </p:txBody>
      </p:sp>
      <p:sp>
        <p:nvSpPr>
          <p:cNvPr id="3" name="Rectangle 140"/>
          <p:cNvSpPr>
            <a:spLocks noGrp="1" noChangeArrowheads="1"/>
          </p:cNvSpPr>
          <p:nvPr>
            <p:ph type="ftr" sz="quarter" idx="11"/>
          </p:nvPr>
        </p:nvSpPr>
        <p:spPr>
          <a:ln/>
        </p:spPr>
        <p:txBody>
          <a:bodyPr/>
          <a:lstStyle>
            <a:lvl1pPr>
              <a:defRPr/>
            </a:lvl1pPr>
          </a:lstStyle>
          <a:p>
            <a:pPr>
              <a:defRPr/>
            </a:pPr>
            <a:endParaRPr lang="ru-RU"/>
          </a:p>
        </p:txBody>
      </p:sp>
      <p:sp>
        <p:nvSpPr>
          <p:cNvPr id="4" name="Rectangle 141"/>
          <p:cNvSpPr>
            <a:spLocks noGrp="1" noChangeArrowheads="1"/>
          </p:cNvSpPr>
          <p:nvPr>
            <p:ph type="sldNum" sz="quarter" idx="12"/>
          </p:nvPr>
        </p:nvSpPr>
        <p:spPr>
          <a:ln/>
        </p:spPr>
        <p:txBody>
          <a:bodyPr/>
          <a:lstStyle>
            <a:lvl1pPr>
              <a:defRPr/>
            </a:lvl1pPr>
          </a:lstStyle>
          <a:p>
            <a:fld id="{DFC6B9FE-775E-4AAF-9231-1DBBD4280B6E}" type="slidenum">
              <a:rPr lang="ru-RU" altLang="ru-RU"/>
              <a:pPr/>
              <a:t>‹#›</a:t>
            </a:fld>
            <a:endParaRPr lang="ru-RU" altLang="ru-RU"/>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139"/>
          <p:cNvSpPr>
            <a:spLocks noGrp="1" noChangeArrowheads="1"/>
          </p:cNvSpPr>
          <p:nvPr>
            <p:ph type="dt" sz="half" idx="10"/>
          </p:nvPr>
        </p:nvSpPr>
        <p:spPr>
          <a:ln/>
        </p:spPr>
        <p:txBody>
          <a:bodyPr/>
          <a:lstStyle>
            <a:lvl1pPr>
              <a:defRPr/>
            </a:lvl1pPr>
          </a:lstStyle>
          <a:p>
            <a:pPr>
              <a:defRPr/>
            </a:pPr>
            <a:endParaRPr lang="ru-RU"/>
          </a:p>
        </p:txBody>
      </p:sp>
      <p:sp>
        <p:nvSpPr>
          <p:cNvPr id="6" name="Rectangle 140"/>
          <p:cNvSpPr>
            <a:spLocks noGrp="1" noChangeArrowheads="1"/>
          </p:cNvSpPr>
          <p:nvPr>
            <p:ph type="ftr" sz="quarter" idx="11"/>
          </p:nvPr>
        </p:nvSpPr>
        <p:spPr>
          <a:ln/>
        </p:spPr>
        <p:txBody>
          <a:bodyPr/>
          <a:lstStyle>
            <a:lvl1pPr>
              <a:defRPr/>
            </a:lvl1pPr>
          </a:lstStyle>
          <a:p>
            <a:pPr>
              <a:defRPr/>
            </a:pPr>
            <a:endParaRPr lang="ru-RU"/>
          </a:p>
        </p:txBody>
      </p:sp>
      <p:sp>
        <p:nvSpPr>
          <p:cNvPr id="7" name="Rectangle 141"/>
          <p:cNvSpPr>
            <a:spLocks noGrp="1" noChangeArrowheads="1"/>
          </p:cNvSpPr>
          <p:nvPr>
            <p:ph type="sldNum" sz="quarter" idx="12"/>
          </p:nvPr>
        </p:nvSpPr>
        <p:spPr>
          <a:ln/>
        </p:spPr>
        <p:txBody>
          <a:bodyPr/>
          <a:lstStyle>
            <a:lvl1pPr>
              <a:defRPr/>
            </a:lvl1pPr>
          </a:lstStyle>
          <a:p>
            <a:fld id="{CDA05D93-0B5C-4353-A7DC-B02DCFC29ABF}" type="slidenum">
              <a:rPr lang="ru-RU" altLang="ru-RU"/>
              <a:pPr/>
              <a:t>‹#›</a:t>
            </a:fld>
            <a:endParaRPr lang="ru-RU" altLang="ru-RU"/>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139"/>
          <p:cNvSpPr>
            <a:spLocks noGrp="1" noChangeArrowheads="1"/>
          </p:cNvSpPr>
          <p:nvPr>
            <p:ph type="dt" sz="half" idx="10"/>
          </p:nvPr>
        </p:nvSpPr>
        <p:spPr>
          <a:ln/>
        </p:spPr>
        <p:txBody>
          <a:bodyPr/>
          <a:lstStyle>
            <a:lvl1pPr>
              <a:defRPr/>
            </a:lvl1pPr>
          </a:lstStyle>
          <a:p>
            <a:pPr>
              <a:defRPr/>
            </a:pPr>
            <a:endParaRPr lang="ru-RU"/>
          </a:p>
        </p:txBody>
      </p:sp>
      <p:sp>
        <p:nvSpPr>
          <p:cNvPr id="6" name="Rectangle 140"/>
          <p:cNvSpPr>
            <a:spLocks noGrp="1" noChangeArrowheads="1"/>
          </p:cNvSpPr>
          <p:nvPr>
            <p:ph type="ftr" sz="quarter" idx="11"/>
          </p:nvPr>
        </p:nvSpPr>
        <p:spPr>
          <a:ln/>
        </p:spPr>
        <p:txBody>
          <a:bodyPr/>
          <a:lstStyle>
            <a:lvl1pPr>
              <a:defRPr/>
            </a:lvl1pPr>
          </a:lstStyle>
          <a:p>
            <a:pPr>
              <a:defRPr/>
            </a:pPr>
            <a:endParaRPr lang="ru-RU"/>
          </a:p>
        </p:txBody>
      </p:sp>
      <p:sp>
        <p:nvSpPr>
          <p:cNvPr id="7" name="Rectangle 141"/>
          <p:cNvSpPr>
            <a:spLocks noGrp="1" noChangeArrowheads="1"/>
          </p:cNvSpPr>
          <p:nvPr>
            <p:ph type="sldNum" sz="quarter" idx="12"/>
          </p:nvPr>
        </p:nvSpPr>
        <p:spPr>
          <a:ln/>
        </p:spPr>
        <p:txBody>
          <a:bodyPr/>
          <a:lstStyle>
            <a:lvl1pPr>
              <a:defRPr/>
            </a:lvl1pPr>
          </a:lstStyle>
          <a:p>
            <a:fld id="{AD42E484-D020-49F6-A09E-1A29B77C6A3A}" type="slidenum">
              <a:rPr lang="ru-RU" altLang="ru-RU"/>
              <a:pPr/>
              <a:t>‹#›</a:t>
            </a:fld>
            <a:endParaRPr lang="ru-RU" altLang="ru-RU"/>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139"/>
          <p:cNvSpPr>
            <a:spLocks noGrp="1" noChangeArrowheads="1"/>
          </p:cNvSpPr>
          <p:nvPr>
            <p:ph type="dt" sz="half" idx="10"/>
          </p:nvPr>
        </p:nvSpPr>
        <p:spPr>
          <a:ln/>
        </p:spPr>
        <p:txBody>
          <a:bodyPr/>
          <a:lstStyle>
            <a:lvl1pPr>
              <a:defRPr/>
            </a:lvl1pPr>
          </a:lstStyle>
          <a:p>
            <a:pPr>
              <a:defRPr/>
            </a:pPr>
            <a:endParaRPr lang="ru-RU"/>
          </a:p>
        </p:txBody>
      </p:sp>
      <p:sp>
        <p:nvSpPr>
          <p:cNvPr id="5" name="Rectangle 140"/>
          <p:cNvSpPr>
            <a:spLocks noGrp="1" noChangeArrowheads="1"/>
          </p:cNvSpPr>
          <p:nvPr>
            <p:ph type="ftr" sz="quarter" idx="11"/>
          </p:nvPr>
        </p:nvSpPr>
        <p:spPr>
          <a:ln/>
        </p:spPr>
        <p:txBody>
          <a:bodyPr/>
          <a:lstStyle>
            <a:lvl1pPr>
              <a:defRPr/>
            </a:lvl1pPr>
          </a:lstStyle>
          <a:p>
            <a:pPr>
              <a:defRPr/>
            </a:pPr>
            <a:endParaRPr lang="ru-RU"/>
          </a:p>
        </p:txBody>
      </p:sp>
      <p:sp>
        <p:nvSpPr>
          <p:cNvPr id="6" name="Rectangle 141"/>
          <p:cNvSpPr>
            <a:spLocks noGrp="1" noChangeArrowheads="1"/>
          </p:cNvSpPr>
          <p:nvPr>
            <p:ph type="sldNum" sz="quarter" idx="12"/>
          </p:nvPr>
        </p:nvSpPr>
        <p:spPr>
          <a:ln/>
        </p:spPr>
        <p:txBody>
          <a:bodyPr/>
          <a:lstStyle>
            <a:lvl1pPr>
              <a:defRPr/>
            </a:lvl1pPr>
          </a:lstStyle>
          <a:p>
            <a:fld id="{0B33317A-7700-4ED5-9BF0-565975B8E544}" type="slidenum">
              <a:rPr lang="ru-RU" altLang="ru-RU"/>
              <a:pPr/>
              <a:t>‹#›</a:t>
            </a:fld>
            <a:endParaRPr lang="ru-RU" altLang="ru-RU"/>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515100" y="301625"/>
            <a:ext cx="1943100" cy="579437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685800" y="301625"/>
            <a:ext cx="5676900" cy="579437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139"/>
          <p:cNvSpPr>
            <a:spLocks noGrp="1" noChangeArrowheads="1"/>
          </p:cNvSpPr>
          <p:nvPr>
            <p:ph type="dt" sz="half" idx="10"/>
          </p:nvPr>
        </p:nvSpPr>
        <p:spPr>
          <a:ln/>
        </p:spPr>
        <p:txBody>
          <a:bodyPr/>
          <a:lstStyle>
            <a:lvl1pPr>
              <a:defRPr/>
            </a:lvl1pPr>
          </a:lstStyle>
          <a:p>
            <a:pPr>
              <a:defRPr/>
            </a:pPr>
            <a:endParaRPr lang="ru-RU"/>
          </a:p>
        </p:txBody>
      </p:sp>
      <p:sp>
        <p:nvSpPr>
          <p:cNvPr id="5" name="Rectangle 140"/>
          <p:cNvSpPr>
            <a:spLocks noGrp="1" noChangeArrowheads="1"/>
          </p:cNvSpPr>
          <p:nvPr>
            <p:ph type="ftr" sz="quarter" idx="11"/>
          </p:nvPr>
        </p:nvSpPr>
        <p:spPr>
          <a:ln/>
        </p:spPr>
        <p:txBody>
          <a:bodyPr/>
          <a:lstStyle>
            <a:lvl1pPr>
              <a:defRPr/>
            </a:lvl1pPr>
          </a:lstStyle>
          <a:p>
            <a:pPr>
              <a:defRPr/>
            </a:pPr>
            <a:endParaRPr lang="ru-RU"/>
          </a:p>
        </p:txBody>
      </p:sp>
      <p:sp>
        <p:nvSpPr>
          <p:cNvPr id="6" name="Rectangle 141"/>
          <p:cNvSpPr>
            <a:spLocks noGrp="1" noChangeArrowheads="1"/>
          </p:cNvSpPr>
          <p:nvPr>
            <p:ph type="sldNum" sz="quarter" idx="12"/>
          </p:nvPr>
        </p:nvSpPr>
        <p:spPr>
          <a:ln/>
        </p:spPr>
        <p:txBody>
          <a:bodyPr/>
          <a:lstStyle>
            <a:lvl1pPr>
              <a:defRPr/>
            </a:lvl1pPr>
          </a:lstStyle>
          <a:p>
            <a:fld id="{87E4C3BA-5F1F-4965-BBC8-0AC86D53626B}" type="slidenum">
              <a:rPr lang="ru-RU" altLang="ru-RU"/>
              <a:pPr/>
              <a:t>‹#›</a:t>
            </a:fld>
            <a:endParaRPr lang="ru-RU" alt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ru-RU" altLang="ru-RU"/>
              <a:t>Образец заголовка</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ru-RU" altLang="ru-RU"/>
              <a:t>Образец текста</a:t>
            </a:r>
          </a:p>
          <a:p>
            <a:pPr lvl="1"/>
            <a:r>
              <a:rPr lang="ru-RU" altLang="ru-RU"/>
              <a:t>Второй уровень</a:t>
            </a:r>
          </a:p>
          <a:p>
            <a:pPr lvl="2"/>
            <a:r>
              <a:rPr lang="ru-RU" altLang="ru-RU"/>
              <a:t>Третий уровень</a:t>
            </a:r>
          </a:p>
          <a:p>
            <a:pPr lvl="3"/>
            <a:r>
              <a:rPr lang="ru-RU" altLang="ru-RU"/>
              <a:t>Четвертый уровень</a:t>
            </a:r>
          </a:p>
          <a:p>
            <a:pPr lvl="4"/>
            <a:r>
              <a:rPr lang="ru-RU" altLang="ru-RU"/>
              <a:t>Пятый уровень</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ru-RU"/>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ru-RU"/>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FA005D9F-3F6F-4A9B-9720-3C68A085C097}" type="slidenum">
              <a:rPr lang="ru-RU" altLang="ru-RU"/>
              <a:pPr/>
              <a:t>‹#›</a:t>
            </a:fld>
            <a:endParaRPr lang="ru-RU" altLang="ru-RU"/>
          </a:p>
        </p:txBody>
      </p:sp>
    </p:spTree>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 id="2147483879" r:id="rId7"/>
    <p:sldLayoutId id="2147483880" r:id="rId8"/>
    <p:sldLayoutId id="2147483881" r:id="rId9"/>
    <p:sldLayoutId id="2147483882" r:id="rId10"/>
    <p:sldLayoutId id="2147483883" r:id="rId11"/>
    <p:sldLayoutId id="2147483884" r:id="rId12"/>
    <p:sldLayoutId id="2147483885"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050" name="Group 2"/>
          <p:cNvGrpSpPr>
            <a:grpSpLocks/>
          </p:cNvGrpSpPr>
          <p:nvPr/>
        </p:nvGrpSpPr>
        <p:grpSpPr bwMode="auto">
          <a:xfrm>
            <a:off x="0" y="0"/>
            <a:ext cx="2667000" cy="6858000"/>
            <a:chOff x="0" y="0"/>
            <a:chExt cx="1680" cy="4320"/>
          </a:xfrm>
        </p:grpSpPr>
        <p:sp>
          <p:nvSpPr>
            <p:cNvPr id="151555" name="Rectangle 3"/>
            <p:cNvSpPr>
              <a:spLocks noChangeArrowheads="1"/>
            </p:cNvSpPr>
            <p:nvPr/>
          </p:nvSpPr>
          <p:spPr bwMode="hidden">
            <a:xfrm>
              <a:off x="1248" y="0"/>
              <a:ext cx="432" cy="4320"/>
            </a:xfrm>
            <a:prstGeom prst="rect">
              <a:avLst/>
            </a:prstGeom>
            <a:gradFill rotWithShape="0">
              <a:gsLst>
                <a:gs pos="0">
                  <a:schemeClr val="bg1">
                    <a:gamma/>
                    <a:shade val="45490"/>
                    <a:invGamma/>
                  </a:schemeClr>
                </a:gs>
                <a:gs pos="100000">
                  <a:schemeClr val="bg1"/>
                </a:gs>
              </a:gsLst>
              <a:lin ang="0" scaled="1"/>
            </a:gradFill>
            <a:ln w="9525">
              <a:noFill/>
              <a:miter lim="800000"/>
              <a:headEnd/>
              <a:tailEnd/>
            </a:ln>
            <a:effectLst/>
          </p:spPr>
          <p:txBody>
            <a:bodyPr wrap="none" anchor="ctr"/>
            <a:lstStyle/>
            <a:p>
              <a:pPr algn="ctr" eaLnBrk="1" hangingPunct="1">
                <a:defRPr/>
              </a:pPr>
              <a:endParaRPr lang="ru-RU" sz="1800">
                <a:latin typeface="Arial" charset="0"/>
              </a:endParaRPr>
            </a:p>
          </p:txBody>
        </p:sp>
        <p:pic>
          <p:nvPicPr>
            <p:cNvPr id="2057" name="Picture 4" descr="slidemaster_med3"/>
            <p:cNvPicPr>
              <a:picLocks noChangeAspect="1" noChangeArrowheads="1"/>
            </p:cNvPicPr>
            <p:nvPr/>
          </p:nvPicPr>
          <p:blipFill>
            <a:blip r:embed="rId13" cstate="print"/>
            <a:srcRect/>
            <a:stretch>
              <a:fillRect/>
            </a:stretch>
          </p:blipFill>
          <p:spPr bwMode="ltGray">
            <a:xfrm>
              <a:off x="0" y="0"/>
              <a:ext cx="1348" cy="4320"/>
            </a:xfrm>
            <a:prstGeom prst="rect">
              <a:avLst/>
            </a:prstGeom>
            <a:noFill/>
            <a:ln w="9525">
              <a:noFill/>
              <a:miter lim="800000"/>
              <a:headEnd/>
              <a:tailEnd/>
            </a:ln>
          </p:spPr>
        </p:pic>
      </p:grpSp>
      <p:sp>
        <p:nvSpPr>
          <p:cNvPr id="151557" name="Rectangle 5"/>
          <p:cNvSpPr>
            <a:spLocks noGrp="1" noChangeArrowheads="1"/>
          </p:cNvSpPr>
          <p:nvPr>
            <p:ph type="title"/>
          </p:nvPr>
        </p:nvSpPr>
        <p:spPr bwMode="auto">
          <a:xfrm>
            <a:off x="2438400" y="228600"/>
            <a:ext cx="6400800" cy="1219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ru-RU"/>
              <a:t>Образец заголовка</a:t>
            </a:r>
          </a:p>
        </p:txBody>
      </p:sp>
      <p:sp>
        <p:nvSpPr>
          <p:cNvPr id="151558" name="Rectangle 6"/>
          <p:cNvSpPr>
            <a:spLocks noGrp="1" noChangeArrowheads="1"/>
          </p:cNvSpPr>
          <p:nvPr>
            <p:ph type="body" idx="1"/>
          </p:nvPr>
        </p:nvSpPr>
        <p:spPr bwMode="auto">
          <a:xfrm>
            <a:off x="2438400" y="1600200"/>
            <a:ext cx="6400800" cy="449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151559" name="Rectangle 7"/>
          <p:cNvSpPr>
            <a:spLocks noGrp="1" noChangeArrowheads="1"/>
          </p:cNvSpPr>
          <p:nvPr>
            <p:ph type="dt" sz="half" idx="2"/>
          </p:nvPr>
        </p:nvSpPr>
        <p:spPr bwMode="auto">
          <a:xfrm>
            <a:off x="152400" y="6248400"/>
            <a:ext cx="1901825"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effectLst>
                  <a:outerShdw blurRad="38100" dist="38100" dir="2700000" algn="tl">
                    <a:srgbClr val="C0C0C0"/>
                  </a:outerShdw>
                </a:effectLst>
                <a:latin typeface="+mn-lt"/>
              </a:defRPr>
            </a:lvl1pPr>
          </a:lstStyle>
          <a:p>
            <a:pPr>
              <a:defRPr/>
            </a:pPr>
            <a:endParaRPr lang="ru-RU"/>
          </a:p>
        </p:txBody>
      </p:sp>
      <p:sp>
        <p:nvSpPr>
          <p:cNvPr id="151560" name="Rectangle 8"/>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effectLst>
                  <a:outerShdw blurRad="38100" dist="38100" dir="2700000" algn="tl">
                    <a:srgbClr val="C0C0C0"/>
                  </a:outerShdw>
                </a:effectLst>
                <a:latin typeface="+mn-lt"/>
              </a:defRPr>
            </a:lvl1pPr>
          </a:lstStyle>
          <a:p>
            <a:pPr>
              <a:defRPr/>
            </a:pPr>
            <a:endParaRPr lang="ru-RU"/>
          </a:p>
        </p:txBody>
      </p:sp>
      <p:sp>
        <p:nvSpPr>
          <p:cNvPr id="151561" name="Rectangle 9"/>
          <p:cNvSpPr>
            <a:spLocks noGrp="1" noChangeArrowheads="1"/>
          </p:cNvSpPr>
          <p:nvPr>
            <p:ph type="sldNum" sz="quarter" idx="4"/>
          </p:nvPr>
        </p:nvSpPr>
        <p:spPr bwMode="auto">
          <a:xfrm>
            <a:off x="6934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effectLst>
                  <a:outerShdw blurRad="38100" dist="38100" dir="2700000" algn="tl">
                    <a:srgbClr val="C0C0C0"/>
                  </a:outerShdw>
                </a:effectLst>
                <a:latin typeface="Arial" charset="0"/>
              </a:defRPr>
            </a:lvl1pPr>
          </a:lstStyle>
          <a:p>
            <a:fld id="{D933F571-8380-4A21-8DC9-911980ED5191}" type="slidenum">
              <a:rPr lang="ru-RU" altLang="ru-RU"/>
              <a:pPr/>
              <a:t>‹#›</a:t>
            </a:fld>
            <a:endParaRPr lang="ru-RU" altLang="ru-RU"/>
          </a:p>
        </p:txBody>
      </p:sp>
    </p:spTree>
  </p:cSld>
  <p:clrMap bg1="lt1" tx1="dk1" bg2="lt2" tx2="dk2" accent1="accent1" accent2="accent2" accent3="accent3" accent4="accent4" accent5="accent5" accent6="accent6" hlink="hlink" folHlink="folHlink"/>
  <p:sldLayoutIdLst>
    <p:sldLayoutId id="2147483906" r:id="rId1"/>
    <p:sldLayoutId id="2147483886" r:id="rId2"/>
    <p:sldLayoutId id="2147483887" r:id="rId3"/>
    <p:sldLayoutId id="2147483888" r:id="rId4"/>
    <p:sldLayoutId id="2147483889" r:id="rId5"/>
    <p:sldLayoutId id="2147483890" r:id="rId6"/>
    <p:sldLayoutId id="2147483891" r:id="rId7"/>
    <p:sldLayoutId id="2147483892" r:id="rId8"/>
    <p:sldLayoutId id="2147483893" r:id="rId9"/>
    <p:sldLayoutId id="2147483894" r:id="rId10"/>
    <p:sldLayoutId id="2147483895" r:id="rId11"/>
  </p:sldLayoutIdLst>
  <p:transition spd="slow"/>
  <p:txStyles>
    <p:titleStyle>
      <a:lvl1pPr algn="l" rtl="0" eaLnBrk="0" fontAlgn="base" hangingPunct="0">
        <a:spcBef>
          <a:spcPct val="0"/>
        </a:spcBef>
        <a:spcAft>
          <a:spcPct val="0"/>
        </a:spcAft>
        <a:defRPr sz="3600">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a:solidFill>
            <a:schemeClr val="tx2"/>
          </a:solidFill>
          <a:effectLst>
            <a:outerShdw blurRad="38100" dist="38100" dir="2700000" algn="tl">
              <a:srgbClr val="C0C0C0"/>
            </a:outerShdw>
          </a:effectLst>
          <a:latin typeface="Arial" charset="0"/>
        </a:defRPr>
      </a:lvl2pPr>
      <a:lvl3pPr algn="l" rtl="0" eaLnBrk="0" fontAlgn="base" hangingPunct="0">
        <a:spcBef>
          <a:spcPct val="0"/>
        </a:spcBef>
        <a:spcAft>
          <a:spcPct val="0"/>
        </a:spcAft>
        <a:defRPr sz="3600">
          <a:solidFill>
            <a:schemeClr val="tx2"/>
          </a:solidFill>
          <a:effectLst>
            <a:outerShdw blurRad="38100" dist="38100" dir="2700000" algn="tl">
              <a:srgbClr val="C0C0C0"/>
            </a:outerShdw>
          </a:effectLst>
          <a:latin typeface="Arial" charset="0"/>
        </a:defRPr>
      </a:lvl3pPr>
      <a:lvl4pPr algn="l" rtl="0" eaLnBrk="0" fontAlgn="base" hangingPunct="0">
        <a:spcBef>
          <a:spcPct val="0"/>
        </a:spcBef>
        <a:spcAft>
          <a:spcPct val="0"/>
        </a:spcAft>
        <a:defRPr sz="3600">
          <a:solidFill>
            <a:schemeClr val="tx2"/>
          </a:solidFill>
          <a:effectLst>
            <a:outerShdw blurRad="38100" dist="38100" dir="2700000" algn="tl">
              <a:srgbClr val="C0C0C0"/>
            </a:outerShdw>
          </a:effectLst>
          <a:latin typeface="Arial" charset="0"/>
        </a:defRPr>
      </a:lvl4pPr>
      <a:lvl5pPr algn="l" rtl="0" eaLnBrk="0" fontAlgn="base" hangingPunct="0">
        <a:spcBef>
          <a:spcPct val="0"/>
        </a:spcBef>
        <a:spcAft>
          <a:spcPct val="0"/>
        </a:spcAft>
        <a:defRPr sz="3600">
          <a:solidFill>
            <a:schemeClr val="tx2"/>
          </a:solidFill>
          <a:effectLst>
            <a:outerShdw blurRad="38100" dist="38100" dir="2700000" algn="tl">
              <a:srgbClr val="C0C0C0"/>
            </a:outerShdw>
          </a:effectLst>
          <a:latin typeface="Arial" charset="0"/>
        </a:defRPr>
      </a:lvl5pPr>
      <a:lvl6pPr marL="457200" algn="l" rtl="0" fontAlgn="base">
        <a:spcBef>
          <a:spcPct val="0"/>
        </a:spcBef>
        <a:spcAft>
          <a:spcPct val="0"/>
        </a:spcAft>
        <a:defRPr sz="3600">
          <a:solidFill>
            <a:schemeClr val="tx2"/>
          </a:solidFill>
          <a:effectLst>
            <a:outerShdw blurRad="38100" dist="38100" dir="2700000" algn="tl">
              <a:srgbClr val="C0C0C0"/>
            </a:outerShdw>
          </a:effectLst>
          <a:latin typeface="Arial" charset="0"/>
        </a:defRPr>
      </a:lvl6pPr>
      <a:lvl7pPr marL="914400" algn="l" rtl="0" fontAlgn="base">
        <a:spcBef>
          <a:spcPct val="0"/>
        </a:spcBef>
        <a:spcAft>
          <a:spcPct val="0"/>
        </a:spcAft>
        <a:defRPr sz="3600">
          <a:solidFill>
            <a:schemeClr val="tx2"/>
          </a:solidFill>
          <a:effectLst>
            <a:outerShdw blurRad="38100" dist="38100" dir="2700000" algn="tl">
              <a:srgbClr val="C0C0C0"/>
            </a:outerShdw>
          </a:effectLst>
          <a:latin typeface="Arial" charset="0"/>
        </a:defRPr>
      </a:lvl7pPr>
      <a:lvl8pPr marL="1371600" algn="l" rtl="0" fontAlgn="base">
        <a:spcBef>
          <a:spcPct val="0"/>
        </a:spcBef>
        <a:spcAft>
          <a:spcPct val="0"/>
        </a:spcAft>
        <a:defRPr sz="3600">
          <a:solidFill>
            <a:schemeClr val="tx2"/>
          </a:solidFill>
          <a:effectLst>
            <a:outerShdw blurRad="38100" dist="38100" dir="2700000" algn="tl">
              <a:srgbClr val="C0C0C0"/>
            </a:outerShdw>
          </a:effectLst>
          <a:latin typeface="Arial" charset="0"/>
        </a:defRPr>
      </a:lvl8pPr>
      <a:lvl9pPr marL="1828800" algn="l" rtl="0" fontAlgn="base">
        <a:spcBef>
          <a:spcPct val="0"/>
        </a:spcBef>
        <a:spcAft>
          <a:spcPct val="0"/>
        </a:spcAft>
        <a:defRPr sz="3600">
          <a:solidFill>
            <a:schemeClr val="tx2"/>
          </a:solidFill>
          <a:effectLst>
            <a:outerShdw blurRad="38100" dist="38100" dir="2700000" algn="tl">
              <a:srgbClr val="C0C0C0"/>
            </a:outerShdw>
          </a:effectLst>
          <a:latin typeface="Arial" charset="0"/>
        </a:defRPr>
      </a:lvl9pPr>
    </p:titleStyle>
    <p:bodyStyle>
      <a:lvl1pPr marL="342900" indent="-342900" algn="l" rtl="0" eaLnBrk="0" fontAlgn="base" hangingPunct="0">
        <a:spcBef>
          <a:spcPct val="20000"/>
        </a:spcBef>
        <a:spcAft>
          <a:spcPct val="0"/>
        </a:spcAft>
        <a:buClr>
          <a:schemeClr val="hlink"/>
        </a:buClr>
        <a:buSzPct val="70000"/>
        <a:buFont typeface="Wingdings" pitchFamily="2" charset="2"/>
        <a:buChar char="n"/>
        <a:defRPr sz="3200">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0000"/>
        <a:buFont typeface="Wingdings" pitchFamily="2" charset="2"/>
        <a:buChar char="l"/>
        <a:defRPr sz="2800">
          <a:solidFill>
            <a:schemeClr val="tx1"/>
          </a:solidFill>
          <a:effectLst>
            <a:outerShdw blurRad="38100" dist="38100" dir="2700000" algn="tl">
              <a:srgbClr val="C0C0C0"/>
            </a:outerShdw>
          </a:effectLst>
          <a:latin typeface="+mn-lt"/>
        </a:defRPr>
      </a:lvl2pPr>
      <a:lvl3pPr marL="1143000" indent="-228600" algn="l" rtl="0" eaLnBrk="0" fontAlgn="base" hangingPunct="0">
        <a:spcBef>
          <a:spcPct val="20000"/>
        </a:spcBef>
        <a:spcAft>
          <a:spcPct val="0"/>
        </a:spcAft>
        <a:buClr>
          <a:schemeClr val="hlink"/>
        </a:buClr>
        <a:buSzPct val="70000"/>
        <a:buFont typeface="Wingdings" pitchFamily="2" charset="2"/>
        <a:buChar char="n"/>
        <a:defRPr sz="2400">
          <a:solidFill>
            <a:schemeClr val="tx1"/>
          </a:solidFill>
          <a:effectLst>
            <a:outerShdw blurRad="38100" dist="38100" dir="2700000" algn="tl">
              <a:srgbClr val="C0C0C0"/>
            </a:outerShdw>
          </a:effectLst>
          <a:latin typeface="+mn-lt"/>
        </a:defRPr>
      </a:lvl3pPr>
      <a:lvl4pPr marL="1600200" indent="-228600" algn="l" rtl="0" eaLnBrk="0" fontAlgn="base" hangingPunct="0">
        <a:spcBef>
          <a:spcPct val="20000"/>
        </a:spcBef>
        <a:spcAft>
          <a:spcPct val="0"/>
        </a:spcAft>
        <a:buClr>
          <a:schemeClr val="folHlink"/>
        </a:buClr>
        <a:buSzPct val="70000"/>
        <a:buFont typeface="Wingdings" pitchFamily="2" charset="2"/>
        <a:buChar char="l"/>
        <a:defRPr sz="2000">
          <a:solidFill>
            <a:schemeClr val="tx1"/>
          </a:solidFill>
          <a:effectLst>
            <a:outerShdw blurRad="38100" dist="38100" dir="2700000" algn="tl">
              <a:srgbClr val="C0C0C0"/>
            </a:outerShdw>
          </a:effectLst>
          <a:latin typeface="+mn-lt"/>
        </a:defRPr>
      </a:lvl4pPr>
      <a:lvl5pPr marL="2057400" indent="-228600" algn="l" rtl="0" eaLnBrk="0" fontAlgn="base" hangingPunct="0">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C0C0C0"/>
            </a:outerShdw>
          </a:effectLst>
          <a:latin typeface="+mn-lt"/>
        </a:defRPr>
      </a:lvl5pPr>
      <a:lvl6pPr marL="25146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C0C0C0"/>
            </a:outerShdw>
          </a:effectLst>
          <a:latin typeface="+mn-lt"/>
        </a:defRPr>
      </a:lvl6pPr>
      <a:lvl7pPr marL="29718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C0C0C0"/>
            </a:outerShdw>
          </a:effectLst>
          <a:latin typeface="+mn-lt"/>
        </a:defRPr>
      </a:lvl7pPr>
      <a:lvl8pPr marL="34290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C0C0C0"/>
            </a:outerShdw>
          </a:effectLst>
          <a:latin typeface="+mn-lt"/>
        </a:defRPr>
      </a:lvl8pPr>
      <a:lvl9pPr marL="38862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C0C0C0"/>
            </a:outerShdw>
          </a:effectLst>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74" name="Group 2"/>
          <p:cNvGrpSpPr>
            <a:grpSpLocks/>
          </p:cNvGrpSpPr>
          <p:nvPr/>
        </p:nvGrpSpPr>
        <p:grpSpPr bwMode="auto">
          <a:xfrm>
            <a:off x="6303963" y="0"/>
            <a:ext cx="2840037" cy="3254375"/>
            <a:chOff x="3115" y="0"/>
            <a:chExt cx="2170" cy="2486"/>
          </a:xfrm>
        </p:grpSpPr>
        <p:grpSp>
          <p:nvGrpSpPr>
            <p:cNvPr id="3080" name="Group 3"/>
            <p:cNvGrpSpPr>
              <a:grpSpLocks/>
            </p:cNvGrpSpPr>
            <p:nvPr/>
          </p:nvGrpSpPr>
          <p:grpSpPr bwMode="auto">
            <a:xfrm>
              <a:off x="4080" y="1910"/>
              <a:ext cx="768" cy="576"/>
              <a:chOff x="0" y="0"/>
              <a:chExt cx="768" cy="576"/>
            </a:xfrm>
          </p:grpSpPr>
          <p:sp>
            <p:nvSpPr>
              <p:cNvPr id="3212" name="Oval 4"/>
              <p:cNvSpPr>
                <a:spLocks noChangeArrowheads="1"/>
              </p:cNvSpPr>
              <p:nvPr/>
            </p:nvSpPr>
            <p:spPr bwMode="hidden">
              <a:xfrm>
                <a:off x="3"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p:spPr>
            <p:txBody>
              <a:bodyPr wrap="none" anchor="ctr"/>
              <a:lstStyle/>
              <a:p>
                <a:pPr eaLnBrk="1" hangingPunct="1"/>
                <a:endParaRPr lang="ru-RU"/>
              </a:p>
            </p:txBody>
          </p:sp>
          <p:sp>
            <p:nvSpPr>
              <p:cNvPr id="3213" name="Oval 5"/>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w="9525">
                <a:noFill/>
                <a:round/>
                <a:headEnd/>
                <a:tailEnd/>
              </a:ln>
            </p:spPr>
            <p:txBody>
              <a:bodyPr wrap="none" anchor="ctr"/>
              <a:lstStyle/>
              <a:p>
                <a:pPr eaLnBrk="1" hangingPunct="1"/>
                <a:endParaRPr lang="ru-RU"/>
              </a:p>
            </p:txBody>
          </p:sp>
        </p:grpSp>
        <p:grpSp>
          <p:nvGrpSpPr>
            <p:cNvPr id="3081" name="Group 6"/>
            <p:cNvGrpSpPr>
              <a:grpSpLocks/>
            </p:cNvGrpSpPr>
            <p:nvPr/>
          </p:nvGrpSpPr>
          <p:grpSpPr bwMode="auto">
            <a:xfrm>
              <a:off x="4257" y="1103"/>
              <a:ext cx="768" cy="576"/>
              <a:chOff x="0" y="0"/>
              <a:chExt cx="768" cy="576"/>
            </a:xfrm>
          </p:grpSpPr>
          <p:sp>
            <p:nvSpPr>
              <p:cNvPr id="3210" name="Oval 7"/>
              <p:cNvSpPr>
                <a:spLocks noChangeArrowheads="1"/>
              </p:cNvSpPr>
              <p:nvPr/>
            </p:nvSpPr>
            <p:spPr bwMode="hidden">
              <a:xfrm>
                <a:off x="-3" y="3"/>
                <a:ext cx="771" cy="576"/>
              </a:xfrm>
              <a:prstGeom prst="ellipse">
                <a:avLst/>
              </a:prstGeom>
              <a:gradFill rotWithShape="0">
                <a:gsLst>
                  <a:gs pos="0">
                    <a:schemeClr val="bg2"/>
                  </a:gs>
                  <a:gs pos="100000">
                    <a:schemeClr val="bg1"/>
                  </a:gs>
                </a:gsLst>
                <a:path path="shape">
                  <a:fillToRect l="50000" t="50000" r="50000" b="50000"/>
                </a:path>
              </a:gradFill>
              <a:ln w="9525">
                <a:noFill/>
                <a:round/>
                <a:headEnd/>
                <a:tailEnd/>
              </a:ln>
            </p:spPr>
            <p:txBody>
              <a:bodyPr wrap="none" anchor="ctr"/>
              <a:lstStyle/>
              <a:p>
                <a:pPr eaLnBrk="1" hangingPunct="1"/>
                <a:endParaRPr lang="ru-RU"/>
              </a:p>
            </p:txBody>
          </p:sp>
          <p:sp>
            <p:nvSpPr>
              <p:cNvPr id="3211" name="Oval 8"/>
              <p:cNvSpPr>
                <a:spLocks noChangeArrowheads="1"/>
              </p:cNvSpPr>
              <p:nvPr/>
            </p:nvSpPr>
            <p:spPr bwMode="hidden">
              <a:xfrm>
                <a:off x="276" y="254"/>
                <a:ext cx="186" cy="109"/>
              </a:xfrm>
              <a:prstGeom prst="ellipse">
                <a:avLst/>
              </a:prstGeom>
              <a:gradFill rotWithShape="0">
                <a:gsLst>
                  <a:gs pos="0">
                    <a:schemeClr val="accent1"/>
                  </a:gs>
                  <a:gs pos="100000">
                    <a:schemeClr val="bg2"/>
                  </a:gs>
                </a:gsLst>
                <a:path path="shape">
                  <a:fillToRect l="50000" t="50000" r="50000" b="50000"/>
                </a:path>
              </a:gradFill>
              <a:ln w="9525">
                <a:noFill/>
                <a:round/>
                <a:headEnd/>
                <a:tailEnd/>
              </a:ln>
            </p:spPr>
            <p:txBody>
              <a:bodyPr wrap="none" anchor="ctr"/>
              <a:lstStyle/>
              <a:p>
                <a:pPr eaLnBrk="1" hangingPunct="1"/>
                <a:endParaRPr lang="ru-RU"/>
              </a:p>
            </p:txBody>
          </p:sp>
        </p:grpSp>
        <p:grpSp>
          <p:nvGrpSpPr>
            <p:cNvPr id="3082" name="Group 9"/>
            <p:cNvGrpSpPr>
              <a:grpSpLocks/>
            </p:cNvGrpSpPr>
            <p:nvPr/>
          </p:nvGrpSpPr>
          <p:grpSpPr bwMode="auto">
            <a:xfrm>
              <a:off x="3134" y="0"/>
              <a:ext cx="768" cy="576"/>
              <a:chOff x="0" y="0"/>
              <a:chExt cx="768" cy="576"/>
            </a:xfrm>
          </p:grpSpPr>
          <p:sp>
            <p:nvSpPr>
              <p:cNvPr id="3208" name="Oval 10"/>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p:spPr>
            <p:txBody>
              <a:bodyPr wrap="none" anchor="ctr"/>
              <a:lstStyle/>
              <a:p>
                <a:pPr eaLnBrk="1" hangingPunct="1"/>
                <a:endParaRPr lang="ru-RU"/>
              </a:p>
            </p:txBody>
          </p:sp>
          <p:sp>
            <p:nvSpPr>
              <p:cNvPr id="3209" name="Oval 11"/>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w="9525">
                <a:noFill/>
                <a:round/>
                <a:headEnd/>
                <a:tailEnd/>
              </a:ln>
            </p:spPr>
            <p:txBody>
              <a:bodyPr wrap="none" anchor="ctr"/>
              <a:lstStyle/>
              <a:p>
                <a:pPr eaLnBrk="1" hangingPunct="1"/>
                <a:endParaRPr lang="ru-RU"/>
              </a:p>
            </p:txBody>
          </p:sp>
        </p:grpSp>
        <p:grpSp>
          <p:nvGrpSpPr>
            <p:cNvPr id="3083" name="Group 12"/>
            <p:cNvGrpSpPr>
              <a:grpSpLocks/>
            </p:cNvGrpSpPr>
            <p:nvPr/>
          </p:nvGrpSpPr>
          <p:grpSpPr bwMode="auto">
            <a:xfrm>
              <a:off x="3115" y="0"/>
              <a:ext cx="2170" cy="1702"/>
              <a:chOff x="3115" y="0"/>
              <a:chExt cx="2170" cy="1702"/>
            </a:xfrm>
          </p:grpSpPr>
          <p:grpSp>
            <p:nvGrpSpPr>
              <p:cNvPr id="3084" name="Group 13"/>
              <p:cNvGrpSpPr>
                <a:grpSpLocks/>
              </p:cNvGrpSpPr>
              <p:nvPr/>
            </p:nvGrpSpPr>
            <p:grpSpPr bwMode="auto">
              <a:xfrm>
                <a:off x="3640" y="308"/>
                <a:ext cx="1145" cy="844"/>
                <a:chOff x="1265" y="814"/>
                <a:chExt cx="2919" cy="2151"/>
              </a:xfrm>
            </p:grpSpPr>
            <p:sp>
              <p:nvSpPr>
                <p:cNvPr id="3206" name="Oval 14"/>
                <p:cNvSpPr>
                  <a:spLocks noChangeArrowheads="1"/>
                </p:cNvSpPr>
                <p:nvPr/>
              </p:nvSpPr>
              <p:spPr bwMode="hidden">
                <a:xfrm>
                  <a:off x="1266" y="814"/>
                  <a:ext cx="2919" cy="2151"/>
                </a:xfrm>
                <a:prstGeom prst="ellipse">
                  <a:avLst/>
                </a:prstGeom>
                <a:gradFill rotWithShape="0">
                  <a:gsLst>
                    <a:gs pos="0">
                      <a:schemeClr val="bg2"/>
                    </a:gs>
                    <a:gs pos="100000">
                      <a:schemeClr val="bg1"/>
                    </a:gs>
                  </a:gsLst>
                  <a:path path="shape">
                    <a:fillToRect l="50000" t="50000" r="50000" b="50000"/>
                  </a:path>
                </a:gradFill>
                <a:ln w="9525">
                  <a:noFill/>
                  <a:round/>
                  <a:headEnd/>
                  <a:tailEnd/>
                </a:ln>
              </p:spPr>
              <p:txBody>
                <a:bodyPr wrap="none" anchor="ctr"/>
                <a:lstStyle/>
                <a:p>
                  <a:pPr eaLnBrk="1" hangingPunct="1"/>
                  <a:endParaRPr lang="ru-RU"/>
                </a:p>
              </p:txBody>
            </p:sp>
            <p:sp>
              <p:nvSpPr>
                <p:cNvPr id="3207" name="Oval 15"/>
                <p:cNvSpPr>
                  <a:spLocks noChangeArrowheads="1"/>
                </p:cNvSpPr>
                <p:nvPr/>
              </p:nvSpPr>
              <p:spPr bwMode="hidden">
                <a:xfrm>
                  <a:off x="2382" y="1602"/>
                  <a:ext cx="578" cy="405"/>
                </a:xfrm>
                <a:prstGeom prst="ellipse">
                  <a:avLst/>
                </a:prstGeom>
                <a:gradFill rotWithShape="0">
                  <a:gsLst>
                    <a:gs pos="0">
                      <a:schemeClr val="accent2"/>
                    </a:gs>
                    <a:gs pos="100000">
                      <a:schemeClr val="bg2"/>
                    </a:gs>
                  </a:gsLst>
                  <a:path path="shape">
                    <a:fillToRect l="50000" t="50000" r="50000" b="50000"/>
                  </a:path>
                </a:gradFill>
                <a:ln w="9525">
                  <a:noFill/>
                  <a:round/>
                  <a:headEnd/>
                  <a:tailEnd/>
                </a:ln>
              </p:spPr>
              <p:txBody>
                <a:bodyPr wrap="none" anchor="ctr"/>
                <a:lstStyle/>
                <a:p>
                  <a:pPr eaLnBrk="1" hangingPunct="1"/>
                  <a:endParaRPr lang="ru-RU"/>
                </a:p>
              </p:txBody>
            </p:sp>
          </p:grpSp>
          <p:grpSp>
            <p:nvGrpSpPr>
              <p:cNvPr id="3085" name="Group 16"/>
              <p:cNvGrpSpPr>
                <a:grpSpLocks/>
              </p:cNvGrpSpPr>
              <p:nvPr/>
            </p:nvGrpSpPr>
            <p:grpSpPr bwMode="auto">
              <a:xfrm>
                <a:off x="3115" y="0"/>
                <a:ext cx="2145" cy="1702"/>
                <a:chOff x="3115" y="0"/>
                <a:chExt cx="2145" cy="1702"/>
              </a:xfrm>
            </p:grpSpPr>
            <p:grpSp>
              <p:nvGrpSpPr>
                <p:cNvPr id="3108" name="Group 17"/>
                <p:cNvGrpSpPr>
                  <a:grpSpLocks/>
                </p:cNvGrpSpPr>
                <p:nvPr/>
              </p:nvGrpSpPr>
              <p:grpSpPr bwMode="auto">
                <a:xfrm>
                  <a:off x="4505" y="589"/>
                  <a:ext cx="493" cy="912"/>
                  <a:chOff x="3471" y="1530"/>
                  <a:chExt cx="1258" cy="2327"/>
                </a:xfrm>
              </p:grpSpPr>
              <p:sp>
                <p:nvSpPr>
                  <p:cNvPr id="3204" name="Freeform 18"/>
                  <p:cNvSpPr>
                    <a:spLocks/>
                  </p:cNvSpPr>
                  <p:nvPr/>
                </p:nvSpPr>
                <p:spPr bwMode="hidden">
                  <a:xfrm rot="2711884">
                    <a:off x="2773" y="2235"/>
                    <a:ext cx="1708" cy="313"/>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p:spPr>
                <p:txBody>
                  <a:bodyPr wrap="none" anchor="ctr"/>
                  <a:lstStyle/>
                  <a:p>
                    <a:endParaRPr lang="ru-RU"/>
                  </a:p>
                </p:txBody>
              </p:sp>
              <p:sp>
                <p:nvSpPr>
                  <p:cNvPr id="3205" name="Freeform 19"/>
                  <p:cNvSpPr>
                    <a:spLocks/>
                  </p:cNvSpPr>
                  <p:nvPr/>
                </p:nvSpPr>
                <p:spPr bwMode="hidden">
                  <a:xfrm rot="2711884">
                    <a:off x="4025" y="3143"/>
                    <a:ext cx="913" cy="486"/>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p:spPr>
                <p:txBody>
                  <a:bodyPr wrap="none" anchor="ctr"/>
                  <a:lstStyle/>
                  <a:p>
                    <a:endParaRPr lang="ru-RU"/>
                  </a:p>
                </p:txBody>
              </p:sp>
            </p:grpSp>
            <p:grpSp>
              <p:nvGrpSpPr>
                <p:cNvPr id="3109" name="Group 20"/>
                <p:cNvGrpSpPr>
                  <a:grpSpLocks/>
                </p:cNvGrpSpPr>
                <p:nvPr/>
              </p:nvGrpSpPr>
              <p:grpSpPr bwMode="auto">
                <a:xfrm>
                  <a:off x="4267" y="781"/>
                  <a:ext cx="966" cy="522"/>
                  <a:chOff x="2864" y="2019"/>
                  <a:chExt cx="2463" cy="1332"/>
                </a:xfrm>
              </p:grpSpPr>
              <p:sp>
                <p:nvSpPr>
                  <p:cNvPr id="3202" name="Freeform 21"/>
                  <p:cNvSpPr>
                    <a:spLocks/>
                  </p:cNvSpPr>
                  <p:nvPr/>
                </p:nvSpPr>
                <p:spPr bwMode="hidden">
                  <a:xfrm rot="2104081">
                    <a:off x="2865" y="2019"/>
                    <a:ext cx="1812" cy="347"/>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sp>
                <p:nvSpPr>
                  <p:cNvPr id="3203" name="Freeform 22"/>
                  <p:cNvSpPr>
                    <a:spLocks/>
                  </p:cNvSpPr>
                  <p:nvPr/>
                </p:nvSpPr>
                <p:spPr bwMode="hidden">
                  <a:xfrm rot="2104081">
                    <a:off x="4352" y="2805"/>
                    <a:ext cx="974" cy="545"/>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p:spPr>
                <p:txBody>
                  <a:bodyPr wrap="none" anchor="ctr"/>
                  <a:lstStyle/>
                  <a:p>
                    <a:endParaRPr lang="ru-RU"/>
                  </a:p>
                </p:txBody>
              </p:sp>
            </p:grpSp>
            <p:grpSp>
              <p:nvGrpSpPr>
                <p:cNvPr id="3110" name="Group 23"/>
                <p:cNvGrpSpPr>
                  <a:grpSpLocks/>
                </p:cNvGrpSpPr>
                <p:nvPr/>
              </p:nvGrpSpPr>
              <p:grpSpPr bwMode="auto">
                <a:xfrm>
                  <a:off x="4280" y="707"/>
                  <a:ext cx="971" cy="417"/>
                  <a:chOff x="2897" y="1832"/>
                  <a:chExt cx="2477" cy="1064"/>
                </a:xfrm>
              </p:grpSpPr>
              <p:sp>
                <p:nvSpPr>
                  <p:cNvPr id="3200" name="Freeform 24"/>
                  <p:cNvSpPr>
                    <a:spLocks/>
                  </p:cNvSpPr>
                  <p:nvPr/>
                </p:nvSpPr>
                <p:spPr bwMode="hidden">
                  <a:xfrm rot="1582915">
                    <a:off x="2896" y="1832"/>
                    <a:ext cx="1736" cy="303"/>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sp>
                <p:nvSpPr>
                  <p:cNvPr id="3201" name="Freeform 25"/>
                  <p:cNvSpPr>
                    <a:spLocks/>
                  </p:cNvSpPr>
                  <p:nvPr/>
                </p:nvSpPr>
                <p:spPr bwMode="hidden">
                  <a:xfrm rot="1582915">
                    <a:off x="4443" y="2420"/>
                    <a:ext cx="931" cy="477"/>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p:spPr>
                <p:txBody>
                  <a:bodyPr wrap="none" anchor="ctr"/>
                  <a:lstStyle/>
                  <a:p>
                    <a:endParaRPr lang="ru-RU"/>
                  </a:p>
                </p:txBody>
              </p:sp>
            </p:grpSp>
            <p:grpSp>
              <p:nvGrpSpPr>
                <p:cNvPr id="3111" name="Group 26"/>
                <p:cNvGrpSpPr>
                  <a:grpSpLocks/>
                </p:cNvGrpSpPr>
                <p:nvPr/>
              </p:nvGrpSpPr>
              <p:grpSpPr bwMode="auto">
                <a:xfrm>
                  <a:off x="4291" y="630"/>
                  <a:ext cx="969" cy="364"/>
                  <a:chOff x="2924" y="1636"/>
                  <a:chExt cx="2472" cy="927"/>
                </a:xfrm>
              </p:grpSpPr>
              <p:sp>
                <p:nvSpPr>
                  <p:cNvPr id="3198" name="Freeform 27"/>
                  <p:cNvSpPr>
                    <a:spLocks/>
                  </p:cNvSpPr>
                  <p:nvPr/>
                </p:nvSpPr>
                <p:spPr bwMode="hidden">
                  <a:xfrm rot="1080363">
                    <a:off x="2910" y="1622"/>
                    <a:ext cx="1677" cy="340"/>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sp>
                <p:nvSpPr>
                  <p:cNvPr id="3199" name="Freeform 28"/>
                  <p:cNvSpPr>
                    <a:spLocks/>
                  </p:cNvSpPr>
                  <p:nvPr/>
                </p:nvSpPr>
                <p:spPr bwMode="hidden">
                  <a:xfrm rot="1080363">
                    <a:off x="4488" y="2030"/>
                    <a:ext cx="894" cy="519"/>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p:spPr>
                <p:txBody>
                  <a:bodyPr wrap="none" anchor="ctr"/>
                  <a:lstStyle/>
                  <a:p>
                    <a:endParaRPr lang="ru-RU"/>
                  </a:p>
                </p:txBody>
              </p:sp>
            </p:grpSp>
            <p:grpSp>
              <p:nvGrpSpPr>
                <p:cNvPr id="3112" name="Group 29"/>
                <p:cNvGrpSpPr>
                  <a:grpSpLocks/>
                </p:cNvGrpSpPr>
                <p:nvPr/>
              </p:nvGrpSpPr>
              <p:grpSpPr bwMode="auto">
                <a:xfrm>
                  <a:off x="4304" y="543"/>
                  <a:ext cx="918" cy="258"/>
                  <a:chOff x="2958" y="1414"/>
                  <a:chExt cx="2342" cy="657"/>
                </a:xfrm>
              </p:grpSpPr>
              <p:sp>
                <p:nvSpPr>
                  <p:cNvPr id="3196" name="Freeform 30"/>
                  <p:cNvSpPr>
                    <a:spLocks/>
                  </p:cNvSpPr>
                  <p:nvPr/>
                </p:nvSpPr>
                <p:spPr bwMode="hidden">
                  <a:xfrm rot="463793">
                    <a:off x="2957" y="1415"/>
                    <a:ext cx="1544" cy="312"/>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sp>
                <p:nvSpPr>
                  <p:cNvPr id="3197" name="Freeform 31"/>
                  <p:cNvSpPr>
                    <a:spLocks/>
                  </p:cNvSpPr>
                  <p:nvPr/>
                </p:nvSpPr>
                <p:spPr bwMode="hidden">
                  <a:xfrm rot="463793">
                    <a:off x="4470" y="1581"/>
                    <a:ext cx="829" cy="476"/>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p:spPr>
                <p:txBody>
                  <a:bodyPr wrap="none" anchor="ctr"/>
                  <a:lstStyle/>
                  <a:p>
                    <a:endParaRPr lang="ru-RU"/>
                  </a:p>
                </p:txBody>
              </p:sp>
            </p:grpSp>
            <p:grpSp>
              <p:nvGrpSpPr>
                <p:cNvPr id="3113" name="Group 32"/>
                <p:cNvGrpSpPr>
                  <a:grpSpLocks/>
                </p:cNvGrpSpPr>
                <p:nvPr/>
              </p:nvGrpSpPr>
              <p:grpSpPr bwMode="auto">
                <a:xfrm>
                  <a:off x="4314" y="487"/>
                  <a:ext cx="843" cy="134"/>
                  <a:chOff x="2983" y="1269"/>
                  <a:chExt cx="2150" cy="343"/>
                </a:xfrm>
              </p:grpSpPr>
              <p:sp>
                <p:nvSpPr>
                  <p:cNvPr id="3194" name="Freeform 33"/>
                  <p:cNvSpPr>
                    <a:spLocks/>
                  </p:cNvSpPr>
                  <p:nvPr/>
                </p:nvSpPr>
                <p:spPr bwMode="hidden">
                  <a:xfrm rot="-84182">
                    <a:off x="2982" y="1286"/>
                    <a:ext cx="1404" cy="220"/>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sp>
                <p:nvSpPr>
                  <p:cNvPr id="3195" name="Freeform 34"/>
                  <p:cNvSpPr>
                    <a:spLocks/>
                  </p:cNvSpPr>
                  <p:nvPr/>
                </p:nvSpPr>
                <p:spPr bwMode="hidden">
                  <a:xfrm rot="-84182">
                    <a:off x="4377" y="1255"/>
                    <a:ext cx="755" cy="357"/>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p:spPr>
                <p:txBody>
                  <a:bodyPr wrap="none" anchor="ctr"/>
                  <a:lstStyle/>
                  <a:p>
                    <a:endParaRPr lang="ru-RU"/>
                  </a:p>
                </p:txBody>
              </p:sp>
            </p:grpSp>
            <p:grpSp>
              <p:nvGrpSpPr>
                <p:cNvPr id="3114" name="Group 35"/>
                <p:cNvGrpSpPr>
                  <a:grpSpLocks/>
                </p:cNvGrpSpPr>
                <p:nvPr/>
              </p:nvGrpSpPr>
              <p:grpSpPr bwMode="auto">
                <a:xfrm>
                  <a:off x="4296" y="349"/>
                  <a:ext cx="737" cy="167"/>
                  <a:chOff x="2938" y="917"/>
                  <a:chExt cx="1879" cy="427"/>
                </a:xfrm>
              </p:grpSpPr>
              <p:sp>
                <p:nvSpPr>
                  <p:cNvPr id="3192" name="Freeform 36"/>
                  <p:cNvSpPr>
                    <a:spLocks/>
                  </p:cNvSpPr>
                  <p:nvPr/>
                </p:nvSpPr>
                <p:spPr bwMode="hidden">
                  <a:xfrm rot="-802576">
                    <a:off x="2924" y="1128"/>
                    <a:ext cx="1246" cy="202"/>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sp>
                <p:nvSpPr>
                  <p:cNvPr id="3193" name="Freeform 37"/>
                  <p:cNvSpPr>
                    <a:spLocks/>
                  </p:cNvSpPr>
                  <p:nvPr/>
                </p:nvSpPr>
                <p:spPr bwMode="hidden">
                  <a:xfrm rot="-802576">
                    <a:off x="4148" y="918"/>
                    <a:ext cx="668" cy="335"/>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p:spPr>
                <p:txBody>
                  <a:bodyPr wrap="none" anchor="ctr"/>
                  <a:lstStyle/>
                  <a:p>
                    <a:endParaRPr lang="ru-RU"/>
                  </a:p>
                </p:txBody>
              </p:sp>
            </p:grpSp>
            <p:grpSp>
              <p:nvGrpSpPr>
                <p:cNvPr id="3115" name="Group 38"/>
                <p:cNvGrpSpPr>
                  <a:grpSpLocks/>
                </p:cNvGrpSpPr>
                <p:nvPr/>
              </p:nvGrpSpPr>
              <p:grpSpPr bwMode="auto">
                <a:xfrm>
                  <a:off x="3394" y="637"/>
                  <a:ext cx="493" cy="912"/>
                  <a:chOff x="637" y="1653"/>
                  <a:chExt cx="1257" cy="2326"/>
                </a:xfrm>
              </p:grpSpPr>
              <p:sp>
                <p:nvSpPr>
                  <p:cNvPr id="3190" name="Freeform 39"/>
                  <p:cNvSpPr>
                    <a:spLocks/>
                  </p:cNvSpPr>
                  <p:nvPr/>
                </p:nvSpPr>
                <p:spPr bwMode="hidden">
                  <a:xfrm rot="18888116" flipH="1">
                    <a:off x="875" y="2345"/>
                    <a:ext cx="1723" cy="312"/>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3191" name="Freeform 40"/>
                  <p:cNvSpPr>
                    <a:spLocks/>
                  </p:cNvSpPr>
                  <p:nvPr/>
                </p:nvSpPr>
                <p:spPr bwMode="hidden">
                  <a:xfrm rot="18888116" flipH="1">
                    <a:off x="419" y="3271"/>
                    <a:ext cx="925" cy="489"/>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p:spPr>
                <p:txBody>
                  <a:bodyPr wrap="none" anchor="ctr"/>
                  <a:lstStyle/>
                  <a:p>
                    <a:endParaRPr lang="ru-RU"/>
                  </a:p>
                </p:txBody>
              </p:sp>
            </p:grpSp>
            <p:grpSp>
              <p:nvGrpSpPr>
                <p:cNvPr id="3116" name="Group 41"/>
                <p:cNvGrpSpPr>
                  <a:grpSpLocks/>
                </p:cNvGrpSpPr>
                <p:nvPr/>
              </p:nvGrpSpPr>
              <p:grpSpPr bwMode="auto">
                <a:xfrm>
                  <a:off x="3142" y="850"/>
                  <a:ext cx="966" cy="522"/>
                  <a:chOff x="-5" y="2196"/>
                  <a:chExt cx="2463" cy="1332"/>
                </a:xfrm>
              </p:grpSpPr>
              <p:sp>
                <p:nvSpPr>
                  <p:cNvPr id="3188" name="Freeform 42"/>
                  <p:cNvSpPr>
                    <a:spLocks/>
                  </p:cNvSpPr>
                  <p:nvPr/>
                </p:nvSpPr>
                <p:spPr bwMode="hidden">
                  <a:xfrm rot="19495919" flipH="1">
                    <a:off x="644" y="2196"/>
                    <a:ext cx="1800" cy="347"/>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3189" name="Freeform 43"/>
                  <p:cNvSpPr>
                    <a:spLocks/>
                  </p:cNvSpPr>
                  <p:nvPr/>
                </p:nvSpPr>
                <p:spPr bwMode="hidden">
                  <a:xfrm rot="19495919" flipH="1">
                    <a:off x="-6" y="2982"/>
                    <a:ext cx="968" cy="545"/>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p:spPr>
                <p:txBody>
                  <a:bodyPr wrap="none" anchor="ctr"/>
                  <a:lstStyle/>
                  <a:p>
                    <a:endParaRPr lang="ru-RU"/>
                  </a:p>
                </p:txBody>
              </p:sp>
            </p:grpSp>
            <p:grpSp>
              <p:nvGrpSpPr>
                <p:cNvPr id="3117" name="Group 44"/>
                <p:cNvGrpSpPr>
                  <a:grpSpLocks/>
                </p:cNvGrpSpPr>
                <p:nvPr/>
              </p:nvGrpSpPr>
              <p:grpSpPr bwMode="auto">
                <a:xfrm>
                  <a:off x="3124" y="777"/>
                  <a:ext cx="971" cy="417"/>
                  <a:chOff x="-52" y="2009"/>
                  <a:chExt cx="2477" cy="1064"/>
                </a:xfrm>
              </p:grpSpPr>
              <p:sp>
                <p:nvSpPr>
                  <p:cNvPr id="3186" name="Freeform 45"/>
                  <p:cNvSpPr>
                    <a:spLocks/>
                  </p:cNvSpPr>
                  <p:nvPr/>
                </p:nvSpPr>
                <p:spPr bwMode="hidden">
                  <a:xfrm rot="20017085" flipH="1">
                    <a:off x="689" y="2010"/>
                    <a:ext cx="1736" cy="303"/>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3187" name="Freeform 46"/>
                  <p:cNvSpPr>
                    <a:spLocks/>
                  </p:cNvSpPr>
                  <p:nvPr/>
                </p:nvSpPr>
                <p:spPr bwMode="hidden">
                  <a:xfrm rot="20017085" flipH="1">
                    <a:off x="-53" y="2598"/>
                    <a:ext cx="931" cy="461"/>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grpSp>
            <p:grpSp>
              <p:nvGrpSpPr>
                <p:cNvPr id="3118" name="Group 47"/>
                <p:cNvGrpSpPr>
                  <a:grpSpLocks/>
                </p:cNvGrpSpPr>
                <p:nvPr/>
              </p:nvGrpSpPr>
              <p:grpSpPr bwMode="auto">
                <a:xfrm>
                  <a:off x="3115" y="700"/>
                  <a:ext cx="969" cy="363"/>
                  <a:chOff x="-74" y="1813"/>
                  <a:chExt cx="2472" cy="927"/>
                </a:xfrm>
              </p:grpSpPr>
              <p:sp>
                <p:nvSpPr>
                  <p:cNvPr id="3184" name="Freeform 48"/>
                  <p:cNvSpPr>
                    <a:spLocks/>
                  </p:cNvSpPr>
                  <p:nvPr/>
                </p:nvSpPr>
                <p:spPr bwMode="hidden">
                  <a:xfrm rot="20519637" flipH="1">
                    <a:off x="721" y="1812"/>
                    <a:ext cx="1677" cy="325"/>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3185" name="Freeform 49"/>
                  <p:cNvSpPr>
                    <a:spLocks/>
                  </p:cNvSpPr>
                  <p:nvPr/>
                </p:nvSpPr>
                <p:spPr bwMode="hidden">
                  <a:xfrm rot="20519637" flipH="1">
                    <a:off x="-74" y="2212"/>
                    <a:ext cx="900" cy="514"/>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grpSp>
            <p:grpSp>
              <p:nvGrpSpPr>
                <p:cNvPr id="3119" name="Group 50"/>
                <p:cNvGrpSpPr>
                  <a:grpSpLocks/>
                </p:cNvGrpSpPr>
                <p:nvPr/>
              </p:nvGrpSpPr>
              <p:grpSpPr bwMode="auto">
                <a:xfrm>
                  <a:off x="3153" y="613"/>
                  <a:ext cx="918" cy="257"/>
                  <a:chOff x="22" y="1591"/>
                  <a:chExt cx="2342" cy="657"/>
                </a:xfrm>
              </p:grpSpPr>
              <p:sp>
                <p:nvSpPr>
                  <p:cNvPr id="3182" name="Freeform 51"/>
                  <p:cNvSpPr>
                    <a:spLocks/>
                  </p:cNvSpPr>
                  <p:nvPr/>
                </p:nvSpPr>
                <p:spPr bwMode="hidden">
                  <a:xfrm rot="21136207" flipH="1">
                    <a:off x="819" y="1577"/>
                    <a:ext cx="1544" cy="313"/>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3183" name="Freeform 52"/>
                  <p:cNvSpPr>
                    <a:spLocks/>
                  </p:cNvSpPr>
                  <p:nvPr/>
                </p:nvSpPr>
                <p:spPr bwMode="hidden">
                  <a:xfrm rot="21136207" flipH="1">
                    <a:off x="21" y="1757"/>
                    <a:ext cx="829" cy="490"/>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grpSp>
            <p:grpSp>
              <p:nvGrpSpPr>
                <p:cNvPr id="3120" name="Group 53"/>
                <p:cNvGrpSpPr>
                  <a:grpSpLocks/>
                </p:cNvGrpSpPr>
                <p:nvPr/>
              </p:nvGrpSpPr>
              <p:grpSpPr bwMode="auto">
                <a:xfrm>
                  <a:off x="3218" y="556"/>
                  <a:ext cx="843" cy="134"/>
                  <a:chOff x="189" y="1446"/>
                  <a:chExt cx="2150" cy="343"/>
                </a:xfrm>
              </p:grpSpPr>
              <p:sp>
                <p:nvSpPr>
                  <p:cNvPr id="3180" name="Freeform 54"/>
                  <p:cNvSpPr>
                    <a:spLocks/>
                  </p:cNvSpPr>
                  <p:nvPr/>
                </p:nvSpPr>
                <p:spPr bwMode="hidden">
                  <a:xfrm rot="84182" flipH="1">
                    <a:off x="935" y="1463"/>
                    <a:ext cx="1404" cy="220"/>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3181" name="Freeform 55"/>
                  <p:cNvSpPr>
                    <a:spLocks/>
                  </p:cNvSpPr>
                  <p:nvPr/>
                </p:nvSpPr>
                <p:spPr bwMode="hidden">
                  <a:xfrm rot="84182" flipH="1">
                    <a:off x="189" y="1432"/>
                    <a:ext cx="755" cy="357"/>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grpSp>
            <p:grpSp>
              <p:nvGrpSpPr>
                <p:cNvPr id="3121" name="Group 56"/>
                <p:cNvGrpSpPr>
                  <a:grpSpLocks/>
                </p:cNvGrpSpPr>
                <p:nvPr/>
              </p:nvGrpSpPr>
              <p:grpSpPr bwMode="auto">
                <a:xfrm>
                  <a:off x="3342" y="418"/>
                  <a:ext cx="737" cy="167"/>
                  <a:chOff x="505" y="1094"/>
                  <a:chExt cx="1879" cy="427"/>
                </a:xfrm>
              </p:grpSpPr>
              <p:sp>
                <p:nvSpPr>
                  <p:cNvPr id="3178" name="Freeform 57"/>
                  <p:cNvSpPr>
                    <a:spLocks/>
                  </p:cNvSpPr>
                  <p:nvPr/>
                </p:nvSpPr>
                <p:spPr bwMode="hidden">
                  <a:xfrm rot="802576" flipH="1">
                    <a:off x="1151" y="1306"/>
                    <a:ext cx="1234" cy="214"/>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3179" name="Freeform 58"/>
                  <p:cNvSpPr>
                    <a:spLocks/>
                  </p:cNvSpPr>
                  <p:nvPr/>
                </p:nvSpPr>
                <p:spPr bwMode="hidden">
                  <a:xfrm rot="802576" flipH="1">
                    <a:off x="505" y="1095"/>
                    <a:ext cx="662" cy="335"/>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p:spPr>
                <p:txBody>
                  <a:bodyPr wrap="none" anchor="ctr"/>
                  <a:lstStyle/>
                  <a:p>
                    <a:endParaRPr lang="ru-RU"/>
                  </a:p>
                </p:txBody>
              </p:sp>
            </p:grpSp>
            <p:grpSp>
              <p:nvGrpSpPr>
                <p:cNvPr id="3122" name="Group 59"/>
                <p:cNvGrpSpPr>
                  <a:grpSpLocks/>
                </p:cNvGrpSpPr>
                <p:nvPr/>
              </p:nvGrpSpPr>
              <p:grpSpPr bwMode="auto">
                <a:xfrm>
                  <a:off x="3386" y="341"/>
                  <a:ext cx="725" cy="218"/>
                  <a:chOff x="616" y="899"/>
                  <a:chExt cx="1850" cy="554"/>
                </a:xfrm>
              </p:grpSpPr>
              <p:sp>
                <p:nvSpPr>
                  <p:cNvPr id="3176" name="Freeform 60"/>
                  <p:cNvSpPr>
                    <a:spLocks/>
                  </p:cNvSpPr>
                  <p:nvPr/>
                </p:nvSpPr>
                <p:spPr bwMode="hidden">
                  <a:xfrm rot="1277471" flipH="1">
                    <a:off x="1231" y="1237"/>
                    <a:ext cx="1235" cy="216"/>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3177" name="Freeform 61"/>
                  <p:cNvSpPr>
                    <a:spLocks/>
                  </p:cNvSpPr>
                  <p:nvPr/>
                </p:nvSpPr>
                <p:spPr bwMode="hidden">
                  <a:xfrm rot="1277471" flipH="1">
                    <a:off x="615" y="898"/>
                    <a:ext cx="662" cy="339"/>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p:spPr>
                <p:txBody>
                  <a:bodyPr wrap="none" anchor="ctr"/>
                  <a:lstStyle/>
                  <a:p>
                    <a:endParaRPr lang="ru-RU"/>
                  </a:p>
                </p:txBody>
              </p:sp>
            </p:grpSp>
            <p:grpSp>
              <p:nvGrpSpPr>
                <p:cNvPr id="3123" name="Group 62"/>
                <p:cNvGrpSpPr>
                  <a:grpSpLocks/>
                </p:cNvGrpSpPr>
                <p:nvPr/>
              </p:nvGrpSpPr>
              <p:grpSpPr bwMode="auto">
                <a:xfrm>
                  <a:off x="3472" y="231"/>
                  <a:ext cx="693" cy="291"/>
                  <a:chOff x="3472" y="231"/>
                  <a:chExt cx="693" cy="291"/>
                </a:xfrm>
              </p:grpSpPr>
              <p:sp>
                <p:nvSpPr>
                  <p:cNvPr id="3174" name="Freeform 63"/>
                  <p:cNvSpPr>
                    <a:spLocks/>
                  </p:cNvSpPr>
                  <p:nvPr/>
                </p:nvSpPr>
                <p:spPr bwMode="hidden">
                  <a:xfrm rot="2028410" flipH="1">
                    <a:off x="3679" y="438"/>
                    <a:ext cx="483" cy="84"/>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3175" name="Freeform 64"/>
                  <p:cNvSpPr>
                    <a:spLocks/>
                  </p:cNvSpPr>
                  <p:nvPr/>
                </p:nvSpPr>
                <p:spPr bwMode="hidden">
                  <a:xfrm rot="2028410" flipH="1">
                    <a:off x="3472" y="228"/>
                    <a:ext cx="260" cy="131"/>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p:spPr>
                <p:txBody>
                  <a:bodyPr wrap="none" anchor="ctr"/>
                  <a:lstStyle/>
                  <a:p>
                    <a:endParaRPr lang="ru-RU"/>
                  </a:p>
                </p:txBody>
              </p:sp>
            </p:grpSp>
            <p:grpSp>
              <p:nvGrpSpPr>
                <p:cNvPr id="3124" name="Group 65"/>
                <p:cNvGrpSpPr>
                  <a:grpSpLocks/>
                </p:cNvGrpSpPr>
                <p:nvPr/>
              </p:nvGrpSpPr>
              <p:grpSpPr bwMode="auto">
                <a:xfrm>
                  <a:off x="3554" y="118"/>
                  <a:ext cx="664" cy="349"/>
                  <a:chOff x="3554" y="118"/>
                  <a:chExt cx="664" cy="349"/>
                </a:xfrm>
              </p:grpSpPr>
              <p:sp>
                <p:nvSpPr>
                  <p:cNvPr id="3172" name="Freeform 66"/>
                  <p:cNvSpPr>
                    <a:spLocks/>
                  </p:cNvSpPr>
                  <p:nvPr/>
                </p:nvSpPr>
                <p:spPr bwMode="hidden">
                  <a:xfrm rot="2664424" flipH="1">
                    <a:off x="3728" y="383"/>
                    <a:ext cx="490" cy="84"/>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3173" name="Freeform 67"/>
                  <p:cNvSpPr>
                    <a:spLocks/>
                  </p:cNvSpPr>
                  <p:nvPr/>
                </p:nvSpPr>
                <p:spPr bwMode="hidden">
                  <a:xfrm rot="2664424" flipH="1">
                    <a:off x="3554" y="118"/>
                    <a:ext cx="263" cy="132"/>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p:spPr>
                <p:txBody>
                  <a:bodyPr wrap="none" anchor="ctr"/>
                  <a:lstStyle/>
                  <a:p>
                    <a:endParaRPr lang="ru-RU"/>
                  </a:p>
                </p:txBody>
              </p:sp>
            </p:grpSp>
            <p:grpSp>
              <p:nvGrpSpPr>
                <p:cNvPr id="3125" name="Group 68"/>
                <p:cNvGrpSpPr>
                  <a:grpSpLocks/>
                </p:cNvGrpSpPr>
                <p:nvPr/>
              </p:nvGrpSpPr>
              <p:grpSpPr bwMode="auto">
                <a:xfrm>
                  <a:off x="3784" y="30"/>
                  <a:ext cx="305" cy="593"/>
                  <a:chOff x="1633" y="104"/>
                  <a:chExt cx="778" cy="1512"/>
                </a:xfrm>
              </p:grpSpPr>
              <p:sp>
                <p:nvSpPr>
                  <p:cNvPr id="3170" name="Freeform 69"/>
                  <p:cNvSpPr>
                    <a:spLocks/>
                  </p:cNvSpPr>
                  <p:nvPr/>
                </p:nvSpPr>
                <p:spPr bwMode="hidden">
                  <a:xfrm rot="3473776" flipH="1">
                    <a:off x="1752" y="958"/>
                    <a:ext cx="1101" cy="217"/>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3171" name="Freeform 70"/>
                  <p:cNvSpPr>
                    <a:spLocks/>
                  </p:cNvSpPr>
                  <p:nvPr/>
                </p:nvSpPr>
                <p:spPr bwMode="hidden">
                  <a:xfrm rot="3473776" flipH="1">
                    <a:off x="1505" y="231"/>
                    <a:ext cx="591" cy="337"/>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p:spPr>
                <p:txBody>
                  <a:bodyPr wrap="none" anchor="ctr"/>
                  <a:lstStyle/>
                  <a:p>
                    <a:endParaRPr lang="ru-RU"/>
                  </a:p>
                </p:txBody>
              </p:sp>
            </p:grpSp>
            <p:grpSp>
              <p:nvGrpSpPr>
                <p:cNvPr id="3126" name="Group 71"/>
                <p:cNvGrpSpPr>
                  <a:grpSpLocks/>
                </p:cNvGrpSpPr>
                <p:nvPr/>
              </p:nvGrpSpPr>
              <p:grpSpPr bwMode="auto">
                <a:xfrm>
                  <a:off x="3903" y="0"/>
                  <a:ext cx="248" cy="601"/>
                  <a:chOff x="1935" y="28"/>
                  <a:chExt cx="634" cy="1534"/>
                </a:xfrm>
              </p:grpSpPr>
              <p:sp>
                <p:nvSpPr>
                  <p:cNvPr id="3168" name="Freeform 72"/>
                  <p:cNvSpPr>
                    <a:spLocks/>
                  </p:cNvSpPr>
                  <p:nvPr/>
                </p:nvSpPr>
                <p:spPr bwMode="hidden">
                  <a:xfrm rot="4126480" flipH="1">
                    <a:off x="1939" y="918"/>
                    <a:ext cx="1046" cy="214"/>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3169" name="Freeform 73"/>
                  <p:cNvSpPr>
                    <a:spLocks/>
                  </p:cNvSpPr>
                  <p:nvPr/>
                </p:nvSpPr>
                <p:spPr bwMode="hidden">
                  <a:xfrm rot="4126480" flipH="1">
                    <a:off x="1820" y="144"/>
                    <a:ext cx="570" cy="338"/>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p:spPr>
                <p:txBody>
                  <a:bodyPr wrap="none" anchor="ctr"/>
                  <a:lstStyle/>
                  <a:p>
                    <a:endParaRPr lang="ru-RU"/>
                  </a:p>
                </p:txBody>
              </p:sp>
            </p:grpSp>
            <p:grpSp>
              <p:nvGrpSpPr>
                <p:cNvPr id="3127" name="Group 74"/>
                <p:cNvGrpSpPr>
                  <a:grpSpLocks/>
                </p:cNvGrpSpPr>
                <p:nvPr/>
              </p:nvGrpSpPr>
              <p:grpSpPr bwMode="auto">
                <a:xfrm>
                  <a:off x="4251" y="252"/>
                  <a:ext cx="723" cy="222"/>
                  <a:chOff x="2822" y="672"/>
                  <a:chExt cx="1845" cy="566"/>
                </a:xfrm>
              </p:grpSpPr>
              <p:sp>
                <p:nvSpPr>
                  <p:cNvPr id="3166" name="Freeform 75"/>
                  <p:cNvSpPr>
                    <a:spLocks/>
                  </p:cNvSpPr>
                  <p:nvPr/>
                </p:nvSpPr>
                <p:spPr bwMode="hidden">
                  <a:xfrm rot="-1325434">
                    <a:off x="2808" y="1022"/>
                    <a:ext cx="1232" cy="216"/>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sp>
                <p:nvSpPr>
                  <p:cNvPr id="3167" name="Freeform 76"/>
                  <p:cNvSpPr>
                    <a:spLocks/>
                  </p:cNvSpPr>
                  <p:nvPr/>
                </p:nvSpPr>
                <p:spPr bwMode="hidden">
                  <a:xfrm rot="-1325434">
                    <a:off x="4003" y="673"/>
                    <a:ext cx="650" cy="337"/>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p:spPr>
                <p:txBody>
                  <a:bodyPr wrap="none" anchor="ctr"/>
                  <a:lstStyle/>
                  <a:p>
                    <a:endParaRPr lang="ru-RU"/>
                  </a:p>
                </p:txBody>
              </p:sp>
            </p:grpSp>
            <p:grpSp>
              <p:nvGrpSpPr>
                <p:cNvPr id="3128" name="Group 77"/>
                <p:cNvGrpSpPr>
                  <a:grpSpLocks/>
                </p:cNvGrpSpPr>
                <p:nvPr/>
              </p:nvGrpSpPr>
              <p:grpSpPr bwMode="auto">
                <a:xfrm>
                  <a:off x="4196" y="163"/>
                  <a:ext cx="699" cy="282"/>
                  <a:chOff x="2683" y="445"/>
                  <a:chExt cx="1781" cy="717"/>
                </a:xfrm>
              </p:grpSpPr>
              <p:sp>
                <p:nvSpPr>
                  <p:cNvPr id="3164" name="Freeform 78"/>
                  <p:cNvSpPr>
                    <a:spLocks/>
                  </p:cNvSpPr>
                  <p:nvPr/>
                </p:nvSpPr>
                <p:spPr bwMode="hidden">
                  <a:xfrm rot="-1921064">
                    <a:off x="2682" y="946"/>
                    <a:ext cx="1227" cy="216"/>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sp>
                <p:nvSpPr>
                  <p:cNvPr id="3165" name="Freeform 79"/>
                  <p:cNvSpPr>
                    <a:spLocks/>
                  </p:cNvSpPr>
                  <p:nvPr/>
                </p:nvSpPr>
                <p:spPr bwMode="hidden">
                  <a:xfrm rot="-1921064">
                    <a:off x="3801" y="444"/>
                    <a:ext cx="649" cy="339"/>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p:spPr>
                <p:txBody>
                  <a:bodyPr wrap="none" anchor="ctr"/>
                  <a:lstStyle/>
                  <a:p>
                    <a:endParaRPr lang="ru-RU"/>
                  </a:p>
                </p:txBody>
              </p:sp>
            </p:grpSp>
            <p:sp>
              <p:nvSpPr>
                <p:cNvPr id="3129" name="Freeform 80"/>
                <p:cNvSpPr>
                  <a:spLocks/>
                </p:cNvSpPr>
                <p:nvPr/>
              </p:nvSpPr>
              <p:spPr bwMode="hidden">
                <a:xfrm rot="4578755" flipH="1">
                  <a:off x="3968" y="372"/>
                  <a:ext cx="403" cy="57"/>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a:noFill/>
                  <a:round/>
                  <a:headEnd/>
                  <a:tailEnd/>
                </a:ln>
              </p:spPr>
              <p:txBody>
                <a:bodyPr wrap="none" anchor="ctr"/>
                <a:lstStyle/>
                <a:p>
                  <a:endParaRPr lang="ru-RU"/>
                </a:p>
              </p:txBody>
            </p:sp>
            <p:sp>
              <p:nvSpPr>
                <p:cNvPr id="3130" name="Freeform 81"/>
                <p:cNvSpPr>
                  <a:spLocks/>
                </p:cNvSpPr>
                <p:nvPr/>
              </p:nvSpPr>
              <p:spPr bwMode="hidden">
                <a:xfrm rot="4578755" flipH="1">
                  <a:off x="3977" y="77"/>
                  <a:ext cx="216" cy="91"/>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p:spPr>
              <p:txBody>
                <a:bodyPr wrap="none" anchor="ctr"/>
                <a:lstStyle/>
                <a:p>
                  <a:endParaRPr lang="ru-RU"/>
                </a:p>
              </p:txBody>
            </p:sp>
            <p:grpSp>
              <p:nvGrpSpPr>
                <p:cNvPr id="3131" name="Group 82"/>
                <p:cNvGrpSpPr>
                  <a:grpSpLocks/>
                </p:cNvGrpSpPr>
                <p:nvPr/>
              </p:nvGrpSpPr>
              <p:grpSpPr bwMode="auto">
                <a:xfrm>
                  <a:off x="4242" y="5"/>
                  <a:ext cx="251" cy="596"/>
                  <a:chOff x="2800" y="41"/>
                  <a:chExt cx="640" cy="1520"/>
                </a:xfrm>
              </p:grpSpPr>
              <p:sp>
                <p:nvSpPr>
                  <p:cNvPr id="3162" name="Freeform 83"/>
                  <p:cNvSpPr>
                    <a:spLocks/>
                  </p:cNvSpPr>
                  <p:nvPr/>
                </p:nvSpPr>
                <p:spPr bwMode="hidden">
                  <a:xfrm rot="-3857755">
                    <a:off x="2368" y="930"/>
                    <a:ext cx="1048" cy="186"/>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sp>
                <p:nvSpPr>
                  <p:cNvPr id="3163" name="Freeform 84"/>
                  <p:cNvSpPr>
                    <a:spLocks/>
                  </p:cNvSpPr>
                  <p:nvPr/>
                </p:nvSpPr>
                <p:spPr bwMode="hidden">
                  <a:xfrm rot="-3857755">
                    <a:off x="3013" y="180"/>
                    <a:ext cx="566" cy="288"/>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p:spPr>
                <p:txBody>
                  <a:bodyPr wrap="none" anchor="ctr"/>
                  <a:lstStyle/>
                  <a:p>
                    <a:endParaRPr lang="ru-RU"/>
                  </a:p>
                </p:txBody>
              </p:sp>
            </p:grpSp>
            <p:grpSp>
              <p:nvGrpSpPr>
                <p:cNvPr id="3132" name="Group 85"/>
                <p:cNvGrpSpPr>
                  <a:grpSpLocks/>
                </p:cNvGrpSpPr>
                <p:nvPr/>
              </p:nvGrpSpPr>
              <p:grpSpPr bwMode="auto">
                <a:xfrm>
                  <a:off x="4295" y="53"/>
                  <a:ext cx="398" cy="574"/>
                  <a:chOff x="2934" y="163"/>
                  <a:chExt cx="1017" cy="1464"/>
                </a:xfrm>
              </p:grpSpPr>
              <p:sp>
                <p:nvSpPr>
                  <p:cNvPr id="3160" name="Freeform 86"/>
                  <p:cNvSpPr>
                    <a:spLocks/>
                  </p:cNvSpPr>
                  <p:nvPr/>
                </p:nvSpPr>
                <p:spPr bwMode="hidden">
                  <a:xfrm rot="-2777260">
                    <a:off x="2493" y="915"/>
                    <a:ext cx="1154" cy="270"/>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sp>
                <p:nvSpPr>
                  <p:cNvPr id="3161" name="Freeform 87"/>
                  <p:cNvSpPr>
                    <a:spLocks/>
                  </p:cNvSpPr>
                  <p:nvPr/>
                </p:nvSpPr>
                <p:spPr bwMode="hidden">
                  <a:xfrm rot="-2777260">
                    <a:off x="3431" y="262"/>
                    <a:ext cx="619" cy="422"/>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p:spPr>
                <p:txBody>
                  <a:bodyPr wrap="none" anchor="ctr"/>
                  <a:lstStyle/>
                  <a:p>
                    <a:endParaRPr lang="ru-RU"/>
                  </a:p>
                </p:txBody>
              </p:sp>
            </p:grpSp>
            <p:grpSp>
              <p:nvGrpSpPr>
                <p:cNvPr id="3133" name="Group 88"/>
                <p:cNvGrpSpPr>
                  <a:grpSpLocks/>
                </p:cNvGrpSpPr>
                <p:nvPr/>
              </p:nvGrpSpPr>
              <p:grpSpPr bwMode="auto">
                <a:xfrm>
                  <a:off x="4215" y="2"/>
                  <a:ext cx="95" cy="567"/>
                  <a:chOff x="2730" y="32"/>
                  <a:chExt cx="243" cy="1448"/>
                </a:xfrm>
              </p:grpSpPr>
              <p:sp>
                <p:nvSpPr>
                  <p:cNvPr id="3158" name="Freeform 89"/>
                  <p:cNvSpPr>
                    <a:spLocks/>
                  </p:cNvSpPr>
                  <p:nvPr/>
                </p:nvSpPr>
                <p:spPr bwMode="hidden">
                  <a:xfrm rot="-4903748">
                    <a:off x="2297" y="959"/>
                    <a:ext cx="954" cy="87"/>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p:spPr>
                <p:txBody>
                  <a:bodyPr wrap="none" anchor="ctr"/>
                  <a:lstStyle/>
                  <a:p>
                    <a:endParaRPr lang="ru-RU"/>
                  </a:p>
                </p:txBody>
              </p:sp>
              <p:sp>
                <p:nvSpPr>
                  <p:cNvPr id="3159" name="Freeform 90"/>
                  <p:cNvSpPr>
                    <a:spLocks/>
                  </p:cNvSpPr>
                  <p:nvPr/>
                </p:nvSpPr>
                <p:spPr bwMode="hidden">
                  <a:xfrm rot="-4903748">
                    <a:off x="2650" y="222"/>
                    <a:ext cx="511" cy="133"/>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p:spPr>
                <p:txBody>
                  <a:bodyPr wrap="none" anchor="ctr"/>
                  <a:lstStyle/>
                  <a:p>
                    <a:endParaRPr lang="ru-RU"/>
                  </a:p>
                </p:txBody>
              </p:sp>
            </p:grpSp>
            <p:grpSp>
              <p:nvGrpSpPr>
                <p:cNvPr id="3134" name="Group 91"/>
                <p:cNvGrpSpPr>
                  <a:grpSpLocks/>
                </p:cNvGrpSpPr>
                <p:nvPr/>
              </p:nvGrpSpPr>
              <p:grpSpPr bwMode="auto">
                <a:xfrm>
                  <a:off x="3514" y="683"/>
                  <a:ext cx="425" cy="960"/>
                  <a:chOff x="943" y="1769"/>
                  <a:chExt cx="1085" cy="2450"/>
                </a:xfrm>
              </p:grpSpPr>
              <p:sp>
                <p:nvSpPr>
                  <p:cNvPr id="3156" name="Freeform 92"/>
                  <p:cNvSpPr>
                    <a:spLocks/>
                  </p:cNvSpPr>
                  <p:nvPr/>
                </p:nvSpPr>
                <p:spPr bwMode="hidden">
                  <a:xfrm rot="18335692" flipH="1">
                    <a:off x="1009" y="2474"/>
                    <a:ext cx="1724" cy="313"/>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3157" name="Freeform 93"/>
                  <p:cNvSpPr>
                    <a:spLocks/>
                  </p:cNvSpPr>
                  <p:nvPr/>
                </p:nvSpPr>
                <p:spPr bwMode="hidden">
                  <a:xfrm rot="18335692" flipH="1">
                    <a:off x="725" y="3497"/>
                    <a:ext cx="925" cy="489"/>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p:spPr>
                <p:txBody>
                  <a:bodyPr wrap="none" anchor="ctr"/>
                  <a:lstStyle/>
                  <a:p>
                    <a:endParaRPr lang="ru-RU"/>
                  </a:p>
                </p:txBody>
              </p:sp>
            </p:grpSp>
            <p:grpSp>
              <p:nvGrpSpPr>
                <p:cNvPr id="3135" name="Group 94"/>
                <p:cNvGrpSpPr>
                  <a:grpSpLocks/>
                </p:cNvGrpSpPr>
                <p:nvPr/>
              </p:nvGrpSpPr>
              <p:grpSpPr bwMode="auto">
                <a:xfrm>
                  <a:off x="3715" y="748"/>
                  <a:ext cx="300" cy="930"/>
                  <a:chOff x="1455" y="1936"/>
                  <a:chExt cx="766" cy="2373"/>
                </a:xfrm>
              </p:grpSpPr>
              <p:sp>
                <p:nvSpPr>
                  <p:cNvPr id="3154" name="Freeform 95"/>
                  <p:cNvSpPr>
                    <a:spLocks/>
                  </p:cNvSpPr>
                  <p:nvPr/>
                </p:nvSpPr>
                <p:spPr bwMode="hidden">
                  <a:xfrm rot="17542885" flipH="1">
                    <a:off x="1268" y="2577"/>
                    <a:ext cx="1594" cy="313"/>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3155" name="Freeform 96"/>
                  <p:cNvSpPr>
                    <a:spLocks/>
                  </p:cNvSpPr>
                  <p:nvPr/>
                </p:nvSpPr>
                <p:spPr bwMode="hidden">
                  <a:xfrm rot="17542885" flipH="1">
                    <a:off x="1278" y="3627"/>
                    <a:ext cx="845" cy="489"/>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p:spPr>
                <p:txBody>
                  <a:bodyPr wrap="none" anchor="ctr"/>
                  <a:lstStyle/>
                  <a:p>
                    <a:endParaRPr lang="ru-RU"/>
                  </a:p>
                </p:txBody>
              </p:sp>
            </p:grpSp>
            <p:grpSp>
              <p:nvGrpSpPr>
                <p:cNvPr id="3136" name="Group 97"/>
                <p:cNvGrpSpPr>
                  <a:grpSpLocks/>
                </p:cNvGrpSpPr>
                <p:nvPr/>
              </p:nvGrpSpPr>
              <p:grpSpPr bwMode="auto">
                <a:xfrm rot="88588">
                  <a:off x="3923" y="769"/>
                  <a:ext cx="180" cy="913"/>
                  <a:chOff x="1956" y="1990"/>
                  <a:chExt cx="492" cy="2604"/>
                </a:xfrm>
              </p:grpSpPr>
              <p:sp>
                <p:nvSpPr>
                  <p:cNvPr id="3152" name="Freeform 98"/>
                  <p:cNvSpPr>
                    <a:spLocks/>
                  </p:cNvSpPr>
                  <p:nvPr/>
                </p:nvSpPr>
                <p:spPr bwMode="hidden">
                  <a:xfrm rot="16782062" flipH="1">
                    <a:off x="1425" y="2679"/>
                    <a:ext cx="1712" cy="302"/>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p:spPr>
                <p:txBody>
                  <a:bodyPr wrap="none" anchor="ctr"/>
                  <a:lstStyle/>
                  <a:p>
                    <a:endParaRPr lang="ru-RU"/>
                  </a:p>
                </p:txBody>
              </p:sp>
              <p:sp>
                <p:nvSpPr>
                  <p:cNvPr id="3153" name="Freeform 99"/>
                  <p:cNvSpPr>
                    <a:spLocks/>
                  </p:cNvSpPr>
                  <p:nvPr/>
                </p:nvSpPr>
                <p:spPr bwMode="hidden">
                  <a:xfrm rot="16782062" flipH="1">
                    <a:off x="1717" y="3884"/>
                    <a:ext cx="917" cy="471"/>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p:spPr>
                <p:txBody>
                  <a:bodyPr wrap="none" anchor="ctr"/>
                  <a:lstStyle/>
                  <a:p>
                    <a:endParaRPr lang="ru-RU"/>
                  </a:p>
                </p:txBody>
              </p:sp>
            </p:grpSp>
            <p:grpSp>
              <p:nvGrpSpPr>
                <p:cNvPr id="3137" name="Group 100"/>
                <p:cNvGrpSpPr>
                  <a:grpSpLocks/>
                </p:cNvGrpSpPr>
                <p:nvPr/>
              </p:nvGrpSpPr>
              <p:grpSpPr bwMode="auto">
                <a:xfrm>
                  <a:off x="4451" y="662"/>
                  <a:ext cx="442" cy="951"/>
                  <a:chOff x="3334" y="1717"/>
                  <a:chExt cx="1125" cy="2426"/>
                </a:xfrm>
              </p:grpSpPr>
              <p:sp>
                <p:nvSpPr>
                  <p:cNvPr id="3150" name="Freeform 101"/>
                  <p:cNvSpPr>
                    <a:spLocks/>
                  </p:cNvSpPr>
                  <p:nvPr/>
                </p:nvSpPr>
                <p:spPr bwMode="hidden">
                  <a:xfrm rot="3144576">
                    <a:off x="2627" y="2423"/>
                    <a:ext cx="1723" cy="312"/>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p:spPr>
                <p:txBody>
                  <a:bodyPr wrap="none" anchor="ctr"/>
                  <a:lstStyle/>
                  <a:p>
                    <a:endParaRPr lang="ru-RU"/>
                  </a:p>
                </p:txBody>
              </p:sp>
              <p:sp>
                <p:nvSpPr>
                  <p:cNvPr id="3151" name="Freeform 102"/>
                  <p:cNvSpPr>
                    <a:spLocks/>
                  </p:cNvSpPr>
                  <p:nvPr/>
                </p:nvSpPr>
                <p:spPr bwMode="hidden">
                  <a:xfrm rot="3144576">
                    <a:off x="3752" y="3435"/>
                    <a:ext cx="925" cy="491"/>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p:spPr>
                <p:txBody>
                  <a:bodyPr wrap="none" anchor="ctr"/>
                  <a:lstStyle/>
                  <a:p>
                    <a:endParaRPr lang="ru-RU"/>
                  </a:p>
                </p:txBody>
              </p:sp>
            </p:grpSp>
            <p:grpSp>
              <p:nvGrpSpPr>
                <p:cNvPr id="3138" name="Group 103"/>
                <p:cNvGrpSpPr>
                  <a:grpSpLocks/>
                </p:cNvGrpSpPr>
                <p:nvPr/>
              </p:nvGrpSpPr>
              <p:grpSpPr bwMode="auto">
                <a:xfrm>
                  <a:off x="4391" y="721"/>
                  <a:ext cx="347" cy="951"/>
                  <a:chOff x="3181" y="1866"/>
                  <a:chExt cx="883" cy="2426"/>
                </a:xfrm>
              </p:grpSpPr>
              <p:sp>
                <p:nvSpPr>
                  <p:cNvPr id="3148" name="Freeform 104"/>
                  <p:cNvSpPr>
                    <a:spLocks/>
                  </p:cNvSpPr>
                  <p:nvPr/>
                </p:nvSpPr>
                <p:spPr bwMode="hidden">
                  <a:xfrm rot="3745735">
                    <a:off x="2506" y="2527"/>
                    <a:ext cx="1649" cy="299"/>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p:spPr>
                <p:txBody>
                  <a:bodyPr wrap="none" anchor="ctr"/>
                  <a:lstStyle/>
                  <a:p>
                    <a:endParaRPr lang="ru-RU"/>
                  </a:p>
                </p:txBody>
              </p:sp>
              <p:sp>
                <p:nvSpPr>
                  <p:cNvPr id="3149" name="Freeform 105"/>
                  <p:cNvSpPr>
                    <a:spLocks/>
                  </p:cNvSpPr>
                  <p:nvPr/>
                </p:nvSpPr>
                <p:spPr bwMode="hidden">
                  <a:xfrm rot="3745735">
                    <a:off x="3387" y="3600"/>
                    <a:ext cx="885" cy="469"/>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p:spPr>
                <p:txBody>
                  <a:bodyPr wrap="none" anchor="ctr"/>
                  <a:lstStyle/>
                  <a:p>
                    <a:endParaRPr lang="ru-RU"/>
                  </a:p>
                </p:txBody>
              </p:sp>
            </p:grpSp>
            <p:grpSp>
              <p:nvGrpSpPr>
                <p:cNvPr id="3139" name="Group 106"/>
                <p:cNvGrpSpPr>
                  <a:grpSpLocks/>
                </p:cNvGrpSpPr>
                <p:nvPr/>
              </p:nvGrpSpPr>
              <p:grpSpPr bwMode="auto">
                <a:xfrm>
                  <a:off x="4323" y="767"/>
                  <a:ext cx="243" cy="935"/>
                  <a:chOff x="3006" y="1983"/>
                  <a:chExt cx="619" cy="2386"/>
                </a:xfrm>
              </p:grpSpPr>
              <p:sp>
                <p:nvSpPr>
                  <p:cNvPr id="3146" name="Freeform 107"/>
                  <p:cNvSpPr>
                    <a:spLocks/>
                  </p:cNvSpPr>
                  <p:nvPr/>
                </p:nvSpPr>
                <p:spPr bwMode="hidden">
                  <a:xfrm rot="4286818">
                    <a:off x="2328" y="2647"/>
                    <a:ext cx="1600" cy="244"/>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p:spPr>
                <p:txBody>
                  <a:bodyPr wrap="none" anchor="ctr"/>
                  <a:lstStyle/>
                  <a:p>
                    <a:endParaRPr lang="ru-RU"/>
                  </a:p>
                </p:txBody>
              </p:sp>
              <p:sp>
                <p:nvSpPr>
                  <p:cNvPr id="3147" name="Freeform 108"/>
                  <p:cNvSpPr>
                    <a:spLocks/>
                  </p:cNvSpPr>
                  <p:nvPr/>
                </p:nvSpPr>
                <p:spPr bwMode="hidden">
                  <a:xfrm rot="4286818">
                    <a:off x="3003" y="3733"/>
                    <a:ext cx="857" cy="386"/>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p:spPr>
                <p:txBody>
                  <a:bodyPr wrap="none" anchor="ctr"/>
                  <a:lstStyle/>
                  <a:p>
                    <a:endParaRPr lang="ru-RU"/>
                  </a:p>
                </p:txBody>
              </p:sp>
            </p:grpSp>
            <p:grpSp>
              <p:nvGrpSpPr>
                <p:cNvPr id="3140" name="Group 109"/>
                <p:cNvGrpSpPr>
                  <a:grpSpLocks/>
                </p:cNvGrpSpPr>
                <p:nvPr/>
              </p:nvGrpSpPr>
              <p:grpSpPr bwMode="auto">
                <a:xfrm>
                  <a:off x="4249" y="813"/>
                  <a:ext cx="159" cy="870"/>
                  <a:chOff x="2819" y="2101"/>
                  <a:chExt cx="405" cy="2219"/>
                </a:xfrm>
              </p:grpSpPr>
              <p:sp>
                <p:nvSpPr>
                  <p:cNvPr id="3144" name="Freeform 110"/>
                  <p:cNvSpPr>
                    <a:spLocks/>
                  </p:cNvSpPr>
                  <p:nvPr/>
                </p:nvSpPr>
                <p:spPr bwMode="hidden">
                  <a:xfrm rot="4898956">
                    <a:off x="2214" y="2705"/>
                    <a:ext cx="1457" cy="247"/>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p:spPr>
                <p:txBody>
                  <a:bodyPr wrap="none" anchor="ctr"/>
                  <a:lstStyle/>
                  <a:p>
                    <a:endParaRPr lang="ru-RU"/>
                  </a:p>
                </p:txBody>
              </p:sp>
              <p:sp>
                <p:nvSpPr>
                  <p:cNvPr id="3145" name="Freeform 111"/>
                  <p:cNvSpPr>
                    <a:spLocks/>
                  </p:cNvSpPr>
                  <p:nvPr/>
                </p:nvSpPr>
                <p:spPr bwMode="hidden">
                  <a:xfrm rot="4898956">
                    <a:off x="2637" y="3718"/>
                    <a:ext cx="789" cy="386"/>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p:spPr>
                <p:txBody>
                  <a:bodyPr wrap="none" anchor="ctr"/>
                  <a:lstStyle/>
                  <a:p>
                    <a:endParaRPr lang="ru-RU"/>
                  </a:p>
                </p:txBody>
              </p:sp>
            </p:grpSp>
            <p:grpSp>
              <p:nvGrpSpPr>
                <p:cNvPr id="3141" name="Group 112"/>
                <p:cNvGrpSpPr>
                  <a:grpSpLocks/>
                </p:cNvGrpSpPr>
                <p:nvPr/>
              </p:nvGrpSpPr>
              <p:grpSpPr bwMode="auto">
                <a:xfrm>
                  <a:off x="4045" y="826"/>
                  <a:ext cx="167" cy="857"/>
                  <a:chOff x="2287" y="2135"/>
                  <a:chExt cx="426" cy="2185"/>
                </a:xfrm>
              </p:grpSpPr>
              <p:sp>
                <p:nvSpPr>
                  <p:cNvPr id="3142" name="Freeform 113"/>
                  <p:cNvSpPr>
                    <a:spLocks/>
                  </p:cNvSpPr>
                  <p:nvPr/>
                </p:nvSpPr>
                <p:spPr bwMode="hidden">
                  <a:xfrm rot="5755659">
                    <a:off x="1903" y="2758"/>
                    <a:ext cx="1432" cy="186"/>
                  </a:xfrm>
                  <a:custGeom>
                    <a:avLst/>
                    <a:gdLst>
                      <a:gd name="T0" fmla="*/ 0 w 2736"/>
                      <a:gd name="T1" fmla="*/ 504 h 504"/>
                      <a:gd name="T2" fmla="*/ 864 w 2736"/>
                      <a:gd name="T3" fmla="*/ 168 h 504"/>
                      <a:gd name="T4" fmla="*/ 1776 w 2736"/>
                      <a:gd name="T5" fmla="*/ 24 h 504"/>
                      <a:gd name="T6" fmla="*/ 2736 w 2736"/>
                      <a:gd name="T7" fmla="*/ 24 h 504"/>
                      <a:gd name="T8" fmla="*/ 2720 w 2736"/>
                      <a:gd name="T9" fmla="*/ 103 h 504"/>
                      <a:gd name="T10" fmla="*/ 1764 w 2736"/>
                      <a:gd name="T11" fmla="*/ 103 h 504"/>
                      <a:gd name="T12" fmla="*/ 654 w 2736"/>
                      <a:gd name="T13" fmla="*/ 292 h 504"/>
                      <a:gd name="T14" fmla="*/ 0 w 2736"/>
                      <a:gd name="T15" fmla="*/ 504 h 5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w="9525">
                    <a:noFill/>
                    <a:round/>
                    <a:headEnd/>
                    <a:tailEnd/>
                  </a:ln>
                </p:spPr>
                <p:txBody>
                  <a:bodyPr wrap="none" anchor="ctr"/>
                  <a:lstStyle/>
                  <a:p>
                    <a:endParaRPr lang="ru-RU"/>
                  </a:p>
                </p:txBody>
              </p:sp>
              <p:sp>
                <p:nvSpPr>
                  <p:cNvPr id="3143" name="Freeform 114"/>
                  <p:cNvSpPr>
                    <a:spLocks/>
                  </p:cNvSpPr>
                  <p:nvPr/>
                </p:nvSpPr>
                <p:spPr bwMode="hidden">
                  <a:xfrm rot="5755659">
                    <a:off x="2051" y="3775"/>
                    <a:ext cx="767" cy="294"/>
                  </a:xfrm>
                  <a:custGeom>
                    <a:avLst/>
                    <a:gdLst>
                      <a:gd name="T0" fmla="*/ 5 w 1769"/>
                      <a:gd name="T1" fmla="*/ 8 h 791"/>
                      <a:gd name="T2" fmla="*/ 485 w 1769"/>
                      <a:gd name="T3" fmla="*/ 56 h 791"/>
                      <a:gd name="T4" fmla="*/ 1157 w 1769"/>
                      <a:gd name="T5" fmla="*/ 200 h 791"/>
                      <a:gd name="T6" fmla="*/ 1611 w 1769"/>
                      <a:gd name="T7" fmla="*/ 432 h 791"/>
                      <a:gd name="T8" fmla="*/ 1756 w 1769"/>
                      <a:gd name="T9" fmla="*/ 609 h 791"/>
                      <a:gd name="T10" fmla="*/ 1689 w 1769"/>
                      <a:gd name="T11" fmla="*/ 787 h 791"/>
                      <a:gd name="T12" fmla="*/ 1589 w 1769"/>
                      <a:gd name="T13" fmla="*/ 632 h 791"/>
                      <a:gd name="T14" fmla="*/ 1389 w 1769"/>
                      <a:gd name="T15" fmla="*/ 454 h 791"/>
                      <a:gd name="T16" fmla="*/ 1109 w 1769"/>
                      <a:gd name="T17" fmla="*/ 296 h 791"/>
                      <a:gd name="T18" fmla="*/ 581 w 1769"/>
                      <a:gd name="T19" fmla="*/ 152 h 791"/>
                      <a:gd name="T20" fmla="*/ 0 w 1769"/>
                      <a:gd name="T21" fmla="*/ 76 h 791"/>
                      <a:gd name="T22" fmla="*/ 5 w 1769"/>
                      <a:gd name="T23" fmla="*/ 8 h 7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p:spPr>
                <p:txBody>
                  <a:bodyPr wrap="none" anchor="ctr"/>
                  <a:lstStyle/>
                  <a:p>
                    <a:endParaRPr lang="ru-RU"/>
                  </a:p>
                </p:txBody>
              </p:sp>
            </p:grpSp>
          </p:grpSp>
          <p:sp>
            <p:nvSpPr>
              <p:cNvPr id="3086" name="Freeform 115"/>
              <p:cNvSpPr>
                <a:spLocks/>
              </p:cNvSpPr>
              <p:nvPr/>
            </p:nvSpPr>
            <p:spPr bwMode="hidden">
              <a:xfrm flipH="1">
                <a:off x="3873" y="934"/>
                <a:ext cx="190" cy="580"/>
              </a:xfrm>
              <a:custGeom>
                <a:avLst/>
                <a:gdLst>
                  <a:gd name="T0" fmla="*/ 0 w 776"/>
                  <a:gd name="T1" fmla="*/ 64 h 2368"/>
                  <a:gd name="T2" fmla="*/ 240 w 776"/>
                  <a:gd name="T3" fmla="*/ 16 h 2368"/>
                  <a:gd name="T4" fmla="*/ 96 w 776"/>
                  <a:gd name="T5" fmla="*/ 160 h 2368"/>
                  <a:gd name="T6" fmla="*/ 336 w 776"/>
                  <a:gd name="T7" fmla="*/ 160 h 2368"/>
                  <a:gd name="T8" fmla="*/ 192 w 776"/>
                  <a:gd name="T9" fmla="*/ 304 h 2368"/>
                  <a:gd name="T10" fmla="*/ 384 w 776"/>
                  <a:gd name="T11" fmla="*/ 352 h 2368"/>
                  <a:gd name="T12" fmla="*/ 288 w 776"/>
                  <a:gd name="T13" fmla="*/ 448 h 2368"/>
                  <a:gd name="T14" fmla="*/ 480 w 776"/>
                  <a:gd name="T15" fmla="*/ 496 h 2368"/>
                  <a:gd name="T16" fmla="*/ 384 w 776"/>
                  <a:gd name="T17" fmla="*/ 592 h 2368"/>
                  <a:gd name="T18" fmla="*/ 528 w 776"/>
                  <a:gd name="T19" fmla="*/ 640 h 2368"/>
                  <a:gd name="T20" fmla="*/ 480 w 776"/>
                  <a:gd name="T21" fmla="*/ 736 h 2368"/>
                  <a:gd name="T22" fmla="*/ 576 w 776"/>
                  <a:gd name="T23" fmla="*/ 832 h 2368"/>
                  <a:gd name="T24" fmla="*/ 576 w 776"/>
                  <a:gd name="T25" fmla="*/ 928 h 2368"/>
                  <a:gd name="T26" fmla="*/ 672 w 776"/>
                  <a:gd name="T27" fmla="*/ 1072 h 2368"/>
                  <a:gd name="T28" fmla="*/ 624 w 776"/>
                  <a:gd name="T29" fmla="*/ 1216 h 2368"/>
                  <a:gd name="T30" fmla="*/ 720 w 776"/>
                  <a:gd name="T31" fmla="*/ 1312 h 2368"/>
                  <a:gd name="T32" fmla="*/ 672 w 776"/>
                  <a:gd name="T33" fmla="*/ 1456 h 2368"/>
                  <a:gd name="T34" fmla="*/ 720 w 776"/>
                  <a:gd name="T35" fmla="*/ 1600 h 2368"/>
                  <a:gd name="T36" fmla="*/ 672 w 776"/>
                  <a:gd name="T37" fmla="*/ 1696 h 2368"/>
                  <a:gd name="T38" fmla="*/ 768 w 776"/>
                  <a:gd name="T39" fmla="*/ 1840 h 2368"/>
                  <a:gd name="T40" fmla="*/ 720 w 776"/>
                  <a:gd name="T41" fmla="*/ 1984 h 2368"/>
                  <a:gd name="T42" fmla="*/ 768 w 776"/>
                  <a:gd name="T43" fmla="*/ 2176 h 2368"/>
                  <a:gd name="T44" fmla="*/ 720 w 776"/>
                  <a:gd name="T45" fmla="*/ 2224 h 2368"/>
                  <a:gd name="T46" fmla="*/ 768 w 776"/>
                  <a:gd name="T47" fmla="*/ 2368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p:spPr>
            <p:txBody>
              <a:bodyPr wrap="none" anchor="ctr"/>
              <a:lstStyle/>
              <a:p>
                <a:endParaRPr lang="ru-RU"/>
              </a:p>
            </p:txBody>
          </p:sp>
          <p:sp>
            <p:nvSpPr>
              <p:cNvPr id="3087" name="Arc 116"/>
              <p:cNvSpPr>
                <a:spLocks/>
              </p:cNvSpPr>
              <p:nvPr/>
            </p:nvSpPr>
            <p:spPr bwMode="hidden">
              <a:xfrm flipH="1">
                <a:off x="3527" y="725"/>
                <a:ext cx="832" cy="900"/>
              </a:xfrm>
              <a:custGeom>
                <a:avLst/>
                <a:gdLst>
                  <a:gd name="T0" fmla="*/ 211 w 21600"/>
                  <a:gd name="T1" fmla="*/ 0 h 21602"/>
                  <a:gd name="T2" fmla="*/ 832 w 21600"/>
                  <a:gd name="T3" fmla="*/ 900 h 21602"/>
                  <a:gd name="T4" fmla="*/ 0 w 21600"/>
                  <a:gd name="T5" fmla="*/ 871 h 21602"/>
                  <a:gd name="T6" fmla="*/ 0 60000 65536"/>
                  <a:gd name="T7" fmla="*/ 0 60000 65536"/>
                  <a:gd name="T8" fmla="*/ 0 60000 65536"/>
                </a:gdLst>
                <a:ahLst/>
                <a:cxnLst>
                  <a:cxn ang="T6">
                    <a:pos x="T0" y="T1"/>
                  </a:cxn>
                  <a:cxn ang="T7">
                    <a:pos x="T2" y="T3"/>
                  </a:cxn>
                  <a:cxn ang="T8">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lnTo>
                      <a:pt x="5466" y="0"/>
                    </a:lnTo>
                    <a:close/>
                  </a:path>
                </a:pathLst>
              </a:custGeom>
              <a:noFill/>
              <a:ln w="9525">
                <a:solidFill>
                  <a:schemeClr val="folHlink"/>
                </a:solidFill>
                <a:round/>
                <a:headEnd/>
                <a:tailEnd/>
              </a:ln>
            </p:spPr>
            <p:txBody>
              <a:bodyPr wrap="none" anchor="ctr"/>
              <a:lstStyle/>
              <a:p>
                <a:endParaRPr lang="ru-RU"/>
              </a:p>
            </p:txBody>
          </p:sp>
          <p:sp>
            <p:nvSpPr>
              <p:cNvPr id="3088" name="Arc 117"/>
              <p:cNvSpPr>
                <a:spLocks/>
              </p:cNvSpPr>
              <p:nvPr/>
            </p:nvSpPr>
            <p:spPr bwMode="hidden">
              <a:xfrm flipV="1">
                <a:off x="4278" y="179"/>
                <a:ext cx="1007" cy="802"/>
              </a:xfrm>
              <a:custGeom>
                <a:avLst/>
                <a:gdLst>
                  <a:gd name="T0" fmla="*/ 1007 w 36729"/>
                  <a:gd name="T1" fmla="*/ 388 h 21600"/>
                  <a:gd name="T2" fmla="*/ 0 w 36729"/>
                  <a:gd name="T3" fmla="*/ 453 h 21600"/>
                  <a:gd name="T4" fmla="*/ 489 w 36729"/>
                  <a:gd name="T5" fmla="*/ 0 h 21600"/>
                  <a:gd name="T6" fmla="*/ 0 60000 65536"/>
                  <a:gd name="T7" fmla="*/ 0 60000 65536"/>
                  <a:gd name="T8" fmla="*/ 0 60000 65536"/>
                </a:gdLst>
                <a:ahLst/>
                <a:cxnLst>
                  <a:cxn ang="T6">
                    <a:pos x="T0" y="T1"/>
                  </a:cxn>
                  <a:cxn ang="T7">
                    <a:pos x="T2" y="T3"/>
                  </a:cxn>
                  <a:cxn ang="T8">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lnTo>
                      <a:pt x="36729" y="10451"/>
                    </a:lnTo>
                    <a:close/>
                  </a:path>
                </a:pathLst>
              </a:custGeom>
              <a:noFill/>
              <a:ln w="9525">
                <a:solidFill>
                  <a:schemeClr val="accent1"/>
                </a:solidFill>
                <a:round/>
                <a:headEnd/>
                <a:tailEnd/>
              </a:ln>
            </p:spPr>
            <p:txBody>
              <a:bodyPr wrap="none" anchor="ctr"/>
              <a:lstStyle/>
              <a:p>
                <a:endParaRPr lang="ru-RU"/>
              </a:p>
            </p:txBody>
          </p:sp>
          <p:sp>
            <p:nvSpPr>
              <p:cNvPr id="3089" name="Arc 118"/>
              <p:cNvSpPr>
                <a:spLocks/>
              </p:cNvSpPr>
              <p:nvPr/>
            </p:nvSpPr>
            <p:spPr bwMode="hidden">
              <a:xfrm flipH="1">
                <a:off x="3612" y="580"/>
                <a:ext cx="485" cy="933"/>
              </a:xfrm>
              <a:custGeom>
                <a:avLst/>
                <a:gdLst>
                  <a:gd name="T0" fmla="*/ 0 w 28940"/>
                  <a:gd name="T1" fmla="*/ 54 h 22305"/>
                  <a:gd name="T2" fmla="*/ 485 w 28940"/>
                  <a:gd name="T3" fmla="*/ 933 h 22305"/>
                  <a:gd name="T4" fmla="*/ 123 w 28940"/>
                  <a:gd name="T5" fmla="*/ 904 h 22305"/>
                  <a:gd name="T6" fmla="*/ 0 60000 65536"/>
                  <a:gd name="T7" fmla="*/ 0 60000 65536"/>
                  <a:gd name="T8" fmla="*/ 0 60000 65536"/>
                </a:gdLst>
                <a:ahLst/>
                <a:cxnLst>
                  <a:cxn ang="T6">
                    <a:pos x="T0" y="T1"/>
                  </a:cxn>
                  <a:cxn ang="T7">
                    <a:pos x="T2" y="T3"/>
                  </a:cxn>
                  <a:cxn ang="T8">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lnTo>
                      <a:pt x="0" y="1285"/>
                    </a:lnTo>
                    <a:close/>
                  </a:path>
                </a:pathLst>
              </a:custGeom>
              <a:noFill/>
              <a:ln w="9525">
                <a:solidFill>
                  <a:schemeClr val="accent1"/>
                </a:solidFill>
                <a:round/>
                <a:headEnd/>
                <a:tailEnd/>
              </a:ln>
            </p:spPr>
            <p:txBody>
              <a:bodyPr wrap="none" anchor="ctr"/>
              <a:lstStyle/>
              <a:p>
                <a:endParaRPr lang="ru-RU"/>
              </a:p>
            </p:txBody>
          </p:sp>
          <p:sp>
            <p:nvSpPr>
              <p:cNvPr id="3090" name="Arc 119"/>
              <p:cNvSpPr>
                <a:spLocks/>
              </p:cNvSpPr>
              <p:nvPr/>
            </p:nvSpPr>
            <p:spPr bwMode="hidden">
              <a:xfrm flipH="1">
                <a:off x="3267" y="628"/>
                <a:ext cx="791" cy="928"/>
              </a:xfrm>
              <a:custGeom>
                <a:avLst/>
                <a:gdLst>
                  <a:gd name="T0" fmla="*/ 0 w 30473"/>
                  <a:gd name="T1" fmla="*/ 79 h 22305"/>
                  <a:gd name="T2" fmla="*/ 791 w 30473"/>
                  <a:gd name="T3" fmla="*/ 928 h 22305"/>
                  <a:gd name="T4" fmla="*/ 230 w 30473"/>
                  <a:gd name="T5" fmla="*/ 899 h 22305"/>
                  <a:gd name="T6" fmla="*/ 0 60000 65536"/>
                  <a:gd name="T7" fmla="*/ 0 60000 65536"/>
                  <a:gd name="T8" fmla="*/ 0 60000 65536"/>
                </a:gdLst>
                <a:ahLst/>
                <a:cxnLst>
                  <a:cxn ang="T6">
                    <a:pos x="T0" y="T1"/>
                  </a:cxn>
                  <a:cxn ang="T7">
                    <a:pos x="T2" y="T3"/>
                  </a:cxn>
                  <a:cxn ang="T8">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lnTo>
                      <a:pt x="-1" y="1906"/>
                    </a:lnTo>
                    <a:close/>
                  </a:path>
                </a:pathLst>
              </a:custGeom>
              <a:noFill/>
              <a:ln w="9525">
                <a:solidFill>
                  <a:schemeClr val="folHlink"/>
                </a:solidFill>
                <a:round/>
                <a:headEnd/>
                <a:tailEnd/>
              </a:ln>
            </p:spPr>
            <p:txBody>
              <a:bodyPr wrap="none" anchor="ctr"/>
              <a:lstStyle/>
              <a:p>
                <a:endParaRPr lang="ru-RU"/>
              </a:p>
            </p:txBody>
          </p:sp>
          <p:sp>
            <p:nvSpPr>
              <p:cNvPr id="3091" name="Arc 120"/>
              <p:cNvSpPr>
                <a:spLocks/>
              </p:cNvSpPr>
              <p:nvPr/>
            </p:nvSpPr>
            <p:spPr bwMode="hidden">
              <a:xfrm flipH="1">
                <a:off x="3197" y="458"/>
                <a:ext cx="932" cy="933"/>
              </a:xfrm>
              <a:custGeom>
                <a:avLst/>
                <a:gdLst>
                  <a:gd name="T0" fmla="*/ 0 w 34455"/>
                  <a:gd name="T1" fmla="*/ 177 h 22305"/>
                  <a:gd name="T2" fmla="*/ 932 w 34455"/>
                  <a:gd name="T3" fmla="*/ 933 h 22305"/>
                  <a:gd name="T4" fmla="*/ 348 w 34455"/>
                  <a:gd name="T5" fmla="*/ 904 h 22305"/>
                  <a:gd name="T6" fmla="*/ 0 60000 65536"/>
                  <a:gd name="T7" fmla="*/ 0 60000 65536"/>
                  <a:gd name="T8" fmla="*/ 0 60000 65536"/>
                </a:gdLst>
                <a:ahLst/>
                <a:cxnLst>
                  <a:cxn ang="T6">
                    <a:pos x="T0" y="T1"/>
                  </a:cxn>
                  <a:cxn ang="T7">
                    <a:pos x="T2" y="T3"/>
                  </a:cxn>
                  <a:cxn ang="T8">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lnTo>
                      <a:pt x="0" y="4241"/>
                    </a:lnTo>
                    <a:close/>
                  </a:path>
                </a:pathLst>
              </a:custGeom>
              <a:noFill/>
              <a:ln w="9525">
                <a:solidFill>
                  <a:schemeClr val="folHlink"/>
                </a:solidFill>
                <a:round/>
                <a:headEnd/>
                <a:tailEnd/>
              </a:ln>
            </p:spPr>
            <p:txBody>
              <a:bodyPr wrap="none" anchor="ctr"/>
              <a:lstStyle/>
              <a:p>
                <a:endParaRPr lang="ru-RU"/>
              </a:p>
            </p:txBody>
          </p:sp>
          <p:sp>
            <p:nvSpPr>
              <p:cNvPr id="3092" name="Arc 121"/>
              <p:cNvSpPr>
                <a:spLocks/>
              </p:cNvSpPr>
              <p:nvPr/>
            </p:nvSpPr>
            <p:spPr bwMode="hidden">
              <a:xfrm>
                <a:off x="4229" y="589"/>
                <a:ext cx="149" cy="933"/>
              </a:xfrm>
              <a:custGeom>
                <a:avLst/>
                <a:gdLst>
                  <a:gd name="T0" fmla="*/ 0 w 34812"/>
                  <a:gd name="T1" fmla="*/ 189 h 22305"/>
                  <a:gd name="T2" fmla="*/ 149 w 34812"/>
                  <a:gd name="T3" fmla="*/ 933 h 22305"/>
                  <a:gd name="T4" fmla="*/ 57 w 34812"/>
                  <a:gd name="T5" fmla="*/ 904 h 22305"/>
                  <a:gd name="T6" fmla="*/ 0 60000 65536"/>
                  <a:gd name="T7" fmla="*/ 0 60000 65536"/>
                  <a:gd name="T8" fmla="*/ 0 60000 65536"/>
                </a:gdLst>
                <a:ahLst/>
                <a:cxnLst>
                  <a:cxn ang="T6">
                    <a:pos x="T0" y="T1"/>
                  </a:cxn>
                  <a:cxn ang="T7">
                    <a:pos x="T2" y="T3"/>
                  </a:cxn>
                  <a:cxn ang="T8">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lnTo>
                      <a:pt x="-1" y="4511"/>
                    </a:lnTo>
                    <a:close/>
                  </a:path>
                </a:pathLst>
              </a:custGeom>
              <a:noFill/>
              <a:ln w="9525">
                <a:solidFill>
                  <a:schemeClr val="accent1"/>
                </a:solidFill>
                <a:round/>
                <a:headEnd/>
                <a:tailEnd/>
              </a:ln>
            </p:spPr>
            <p:txBody>
              <a:bodyPr wrap="none" anchor="ctr"/>
              <a:lstStyle/>
              <a:p>
                <a:endParaRPr lang="ru-RU"/>
              </a:p>
            </p:txBody>
          </p:sp>
          <p:sp>
            <p:nvSpPr>
              <p:cNvPr id="3093" name="Arc 122"/>
              <p:cNvSpPr>
                <a:spLocks/>
              </p:cNvSpPr>
              <p:nvPr/>
            </p:nvSpPr>
            <p:spPr bwMode="hidden">
              <a:xfrm>
                <a:off x="4269" y="585"/>
                <a:ext cx="393" cy="933"/>
              </a:xfrm>
              <a:custGeom>
                <a:avLst/>
                <a:gdLst>
                  <a:gd name="T0" fmla="*/ 0 w 34812"/>
                  <a:gd name="T1" fmla="*/ 189 h 22305"/>
                  <a:gd name="T2" fmla="*/ 393 w 34812"/>
                  <a:gd name="T3" fmla="*/ 933 h 22305"/>
                  <a:gd name="T4" fmla="*/ 149 w 34812"/>
                  <a:gd name="T5" fmla="*/ 904 h 22305"/>
                  <a:gd name="T6" fmla="*/ 0 60000 65536"/>
                  <a:gd name="T7" fmla="*/ 0 60000 65536"/>
                  <a:gd name="T8" fmla="*/ 0 60000 65536"/>
                </a:gdLst>
                <a:ahLst/>
                <a:cxnLst>
                  <a:cxn ang="T6">
                    <a:pos x="T0" y="T1"/>
                  </a:cxn>
                  <a:cxn ang="T7">
                    <a:pos x="T2" y="T3"/>
                  </a:cxn>
                  <a:cxn ang="T8">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lnTo>
                      <a:pt x="-1" y="4511"/>
                    </a:lnTo>
                    <a:close/>
                  </a:path>
                </a:pathLst>
              </a:custGeom>
              <a:noFill/>
              <a:ln w="9525">
                <a:solidFill>
                  <a:schemeClr val="folHlink"/>
                </a:solidFill>
                <a:round/>
                <a:headEnd/>
                <a:tailEnd/>
              </a:ln>
            </p:spPr>
            <p:txBody>
              <a:bodyPr wrap="none" anchor="ctr"/>
              <a:lstStyle/>
              <a:p>
                <a:endParaRPr lang="ru-RU"/>
              </a:p>
            </p:txBody>
          </p:sp>
          <p:sp>
            <p:nvSpPr>
              <p:cNvPr id="3094" name="Arc 123"/>
              <p:cNvSpPr>
                <a:spLocks/>
              </p:cNvSpPr>
              <p:nvPr/>
            </p:nvSpPr>
            <p:spPr bwMode="hidden">
              <a:xfrm>
                <a:off x="4302" y="463"/>
                <a:ext cx="558" cy="933"/>
              </a:xfrm>
              <a:custGeom>
                <a:avLst/>
                <a:gdLst>
                  <a:gd name="T0" fmla="*/ 0 w 34812"/>
                  <a:gd name="T1" fmla="*/ 189 h 22305"/>
                  <a:gd name="T2" fmla="*/ 558 w 34812"/>
                  <a:gd name="T3" fmla="*/ 933 h 22305"/>
                  <a:gd name="T4" fmla="*/ 212 w 34812"/>
                  <a:gd name="T5" fmla="*/ 904 h 22305"/>
                  <a:gd name="T6" fmla="*/ 0 60000 65536"/>
                  <a:gd name="T7" fmla="*/ 0 60000 65536"/>
                  <a:gd name="T8" fmla="*/ 0 60000 65536"/>
                </a:gdLst>
                <a:ahLst/>
                <a:cxnLst>
                  <a:cxn ang="T6">
                    <a:pos x="T0" y="T1"/>
                  </a:cxn>
                  <a:cxn ang="T7">
                    <a:pos x="T2" y="T3"/>
                  </a:cxn>
                  <a:cxn ang="T8">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lnTo>
                      <a:pt x="-1" y="4511"/>
                    </a:lnTo>
                    <a:close/>
                  </a:path>
                </a:pathLst>
              </a:custGeom>
              <a:noFill/>
              <a:ln w="9525">
                <a:solidFill>
                  <a:schemeClr val="accent1"/>
                </a:solidFill>
                <a:round/>
                <a:headEnd/>
                <a:tailEnd/>
              </a:ln>
            </p:spPr>
            <p:txBody>
              <a:bodyPr wrap="none" anchor="ctr"/>
              <a:lstStyle/>
              <a:p>
                <a:endParaRPr lang="ru-RU"/>
              </a:p>
            </p:txBody>
          </p:sp>
          <p:sp>
            <p:nvSpPr>
              <p:cNvPr id="3095" name="Freeform 124"/>
              <p:cNvSpPr>
                <a:spLocks/>
              </p:cNvSpPr>
              <p:nvPr/>
            </p:nvSpPr>
            <p:spPr bwMode="hidden">
              <a:xfrm>
                <a:off x="4410" y="1033"/>
                <a:ext cx="188" cy="580"/>
              </a:xfrm>
              <a:custGeom>
                <a:avLst/>
                <a:gdLst>
                  <a:gd name="T0" fmla="*/ 0 w 776"/>
                  <a:gd name="T1" fmla="*/ 64 h 2368"/>
                  <a:gd name="T2" fmla="*/ 240 w 776"/>
                  <a:gd name="T3" fmla="*/ 16 h 2368"/>
                  <a:gd name="T4" fmla="*/ 96 w 776"/>
                  <a:gd name="T5" fmla="*/ 160 h 2368"/>
                  <a:gd name="T6" fmla="*/ 336 w 776"/>
                  <a:gd name="T7" fmla="*/ 160 h 2368"/>
                  <a:gd name="T8" fmla="*/ 192 w 776"/>
                  <a:gd name="T9" fmla="*/ 304 h 2368"/>
                  <a:gd name="T10" fmla="*/ 384 w 776"/>
                  <a:gd name="T11" fmla="*/ 352 h 2368"/>
                  <a:gd name="T12" fmla="*/ 288 w 776"/>
                  <a:gd name="T13" fmla="*/ 448 h 2368"/>
                  <a:gd name="T14" fmla="*/ 480 w 776"/>
                  <a:gd name="T15" fmla="*/ 496 h 2368"/>
                  <a:gd name="T16" fmla="*/ 384 w 776"/>
                  <a:gd name="T17" fmla="*/ 592 h 2368"/>
                  <a:gd name="T18" fmla="*/ 528 w 776"/>
                  <a:gd name="T19" fmla="*/ 640 h 2368"/>
                  <a:gd name="T20" fmla="*/ 480 w 776"/>
                  <a:gd name="T21" fmla="*/ 736 h 2368"/>
                  <a:gd name="T22" fmla="*/ 576 w 776"/>
                  <a:gd name="T23" fmla="*/ 832 h 2368"/>
                  <a:gd name="T24" fmla="*/ 576 w 776"/>
                  <a:gd name="T25" fmla="*/ 928 h 2368"/>
                  <a:gd name="T26" fmla="*/ 672 w 776"/>
                  <a:gd name="T27" fmla="*/ 1072 h 2368"/>
                  <a:gd name="T28" fmla="*/ 624 w 776"/>
                  <a:gd name="T29" fmla="*/ 1216 h 2368"/>
                  <a:gd name="T30" fmla="*/ 720 w 776"/>
                  <a:gd name="T31" fmla="*/ 1312 h 2368"/>
                  <a:gd name="T32" fmla="*/ 672 w 776"/>
                  <a:gd name="T33" fmla="*/ 1456 h 2368"/>
                  <a:gd name="T34" fmla="*/ 720 w 776"/>
                  <a:gd name="T35" fmla="*/ 1600 h 2368"/>
                  <a:gd name="T36" fmla="*/ 672 w 776"/>
                  <a:gd name="T37" fmla="*/ 1696 h 2368"/>
                  <a:gd name="T38" fmla="*/ 768 w 776"/>
                  <a:gd name="T39" fmla="*/ 1840 h 2368"/>
                  <a:gd name="T40" fmla="*/ 720 w 776"/>
                  <a:gd name="T41" fmla="*/ 1984 h 2368"/>
                  <a:gd name="T42" fmla="*/ 768 w 776"/>
                  <a:gd name="T43" fmla="*/ 2176 h 2368"/>
                  <a:gd name="T44" fmla="*/ 720 w 776"/>
                  <a:gd name="T45" fmla="*/ 2224 h 2368"/>
                  <a:gd name="T46" fmla="*/ 768 w 776"/>
                  <a:gd name="T47" fmla="*/ 2368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p:spPr>
            <p:txBody>
              <a:bodyPr wrap="none" anchor="ctr"/>
              <a:lstStyle/>
              <a:p>
                <a:endParaRPr lang="ru-RU"/>
              </a:p>
            </p:txBody>
          </p:sp>
          <p:sp>
            <p:nvSpPr>
              <p:cNvPr id="3096" name="Freeform 125"/>
              <p:cNvSpPr>
                <a:spLocks/>
              </p:cNvSpPr>
              <p:nvPr/>
            </p:nvSpPr>
            <p:spPr bwMode="hidden">
              <a:xfrm rot="19660755" flipV="1">
                <a:off x="4114" y="843"/>
                <a:ext cx="171" cy="326"/>
              </a:xfrm>
              <a:custGeom>
                <a:avLst/>
                <a:gdLst>
                  <a:gd name="T0" fmla="*/ 0 w 776"/>
                  <a:gd name="T1" fmla="*/ 64 h 2368"/>
                  <a:gd name="T2" fmla="*/ 240 w 776"/>
                  <a:gd name="T3" fmla="*/ 16 h 2368"/>
                  <a:gd name="T4" fmla="*/ 96 w 776"/>
                  <a:gd name="T5" fmla="*/ 160 h 2368"/>
                  <a:gd name="T6" fmla="*/ 336 w 776"/>
                  <a:gd name="T7" fmla="*/ 160 h 2368"/>
                  <a:gd name="T8" fmla="*/ 192 w 776"/>
                  <a:gd name="T9" fmla="*/ 304 h 2368"/>
                  <a:gd name="T10" fmla="*/ 384 w 776"/>
                  <a:gd name="T11" fmla="*/ 352 h 2368"/>
                  <a:gd name="T12" fmla="*/ 288 w 776"/>
                  <a:gd name="T13" fmla="*/ 448 h 2368"/>
                  <a:gd name="T14" fmla="*/ 480 w 776"/>
                  <a:gd name="T15" fmla="*/ 496 h 2368"/>
                  <a:gd name="T16" fmla="*/ 384 w 776"/>
                  <a:gd name="T17" fmla="*/ 592 h 2368"/>
                  <a:gd name="T18" fmla="*/ 528 w 776"/>
                  <a:gd name="T19" fmla="*/ 640 h 2368"/>
                  <a:gd name="T20" fmla="*/ 480 w 776"/>
                  <a:gd name="T21" fmla="*/ 736 h 2368"/>
                  <a:gd name="T22" fmla="*/ 576 w 776"/>
                  <a:gd name="T23" fmla="*/ 832 h 2368"/>
                  <a:gd name="T24" fmla="*/ 576 w 776"/>
                  <a:gd name="T25" fmla="*/ 928 h 2368"/>
                  <a:gd name="T26" fmla="*/ 672 w 776"/>
                  <a:gd name="T27" fmla="*/ 1072 h 2368"/>
                  <a:gd name="T28" fmla="*/ 624 w 776"/>
                  <a:gd name="T29" fmla="*/ 1216 h 2368"/>
                  <a:gd name="T30" fmla="*/ 720 w 776"/>
                  <a:gd name="T31" fmla="*/ 1312 h 2368"/>
                  <a:gd name="T32" fmla="*/ 672 w 776"/>
                  <a:gd name="T33" fmla="*/ 1456 h 2368"/>
                  <a:gd name="T34" fmla="*/ 720 w 776"/>
                  <a:gd name="T35" fmla="*/ 1600 h 2368"/>
                  <a:gd name="T36" fmla="*/ 672 w 776"/>
                  <a:gd name="T37" fmla="*/ 1696 h 2368"/>
                  <a:gd name="T38" fmla="*/ 768 w 776"/>
                  <a:gd name="T39" fmla="*/ 1840 h 2368"/>
                  <a:gd name="T40" fmla="*/ 720 w 776"/>
                  <a:gd name="T41" fmla="*/ 1984 h 2368"/>
                  <a:gd name="T42" fmla="*/ 768 w 776"/>
                  <a:gd name="T43" fmla="*/ 2176 h 2368"/>
                  <a:gd name="T44" fmla="*/ 720 w 776"/>
                  <a:gd name="T45" fmla="*/ 2224 h 2368"/>
                  <a:gd name="T46" fmla="*/ 768 w 776"/>
                  <a:gd name="T47" fmla="*/ 2368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p:spPr>
            <p:txBody>
              <a:bodyPr wrap="none" anchor="ctr"/>
              <a:lstStyle/>
              <a:p>
                <a:endParaRPr lang="ru-RU"/>
              </a:p>
            </p:txBody>
          </p:sp>
          <p:sp>
            <p:nvSpPr>
              <p:cNvPr id="3097" name="Arc 126"/>
              <p:cNvSpPr>
                <a:spLocks/>
              </p:cNvSpPr>
              <p:nvPr/>
            </p:nvSpPr>
            <p:spPr bwMode="hidden">
              <a:xfrm flipH="1">
                <a:off x="3144" y="319"/>
                <a:ext cx="996" cy="933"/>
              </a:xfrm>
              <a:custGeom>
                <a:avLst/>
                <a:gdLst>
                  <a:gd name="T0" fmla="*/ 0 w 36830"/>
                  <a:gd name="T1" fmla="*/ 263 h 22305"/>
                  <a:gd name="T2" fmla="*/ 996 w 36830"/>
                  <a:gd name="T3" fmla="*/ 933 h 22305"/>
                  <a:gd name="T4" fmla="*/ 412 w 36830"/>
                  <a:gd name="T5" fmla="*/ 904 h 22305"/>
                  <a:gd name="T6" fmla="*/ 0 60000 65536"/>
                  <a:gd name="T7" fmla="*/ 0 60000 65536"/>
                  <a:gd name="T8" fmla="*/ 0 60000 65536"/>
                </a:gdLst>
                <a:ahLst/>
                <a:cxnLst>
                  <a:cxn ang="T6">
                    <a:pos x="T0" y="T1"/>
                  </a:cxn>
                  <a:cxn ang="T7">
                    <a:pos x="T2" y="T3"/>
                  </a:cxn>
                  <a:cxn ang="T8">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lnTo>
                      <a:pt x="0" y="6283"/>
                    </a:lnTo>
                    <a:close/>
                  </a:path>
                </a:pathLst>
              </a:custGeom>
              <a:noFill/>
              <a:ln w="9525">
                <a:solidFill>
                  <a:schemeClr val="folHlink"/>
                </a:solidFill>
                <a:round/>
                <a:headEnd/>
                <a:tailEnd/>
              </a:ln>
            </p:spPr>
            <p:txBody>
              <a:bodyPr wrap="none" anchor="ctr"/>
              <a:lstStyle/>
              <a:p>
                <a:endParaRPr lang="ru-RU"/>
              </a:p>
            </p:txBody>
          </p:sp>
          <p:sp>
            <p:nvSpPr>
              <p:cNvPr id="3098" name="Arc 127"/>
              <p:cNvSpPr>
                <a:spLocks/>
              </p:cNvSpPr>
              <p:nvPr/>
            </p:nvSpPr>
            <p:spPr bwMode="hidden">
              <a:xfrm flipH="1">
                <a:off x="3426" y="122"/>
                <a:ext cx="724" cy="899"/>
              </a:xfrm>
              <a:custGeom>
                <a:avLst/>
                <a:gdLst>
                  <a:gd name="T0" fmla="*/ 0 w 31881"/>
                  <a:gd name="T1" fmla="*/ 417 h 21600"/>
                  <a:gd name="T2" fmla="*/ 724 w 31881"/>
                  <a:gd name="T3" fmla="*/ 202 h 21600"/>
                  <a:gd name="T4" fmla="*/ 414 w 31881"/>
                  <a:gd name="T5" fmla="*/ 899 h 21600"/>
                  <a:gd name="T6" fmla="*/ 0 60000 65536"/>
                  <a:gd name="T7" fmla="*/ 0 60000 65536"/>
                  <a:gd name="T8" fmla="*/ 0 60000 65536"/>
                </a:gdLst>
                <a:ahLst/>
                <a:cxnLst>
                  <a:cxn ang="T6">
                    <a:pos x="T0" y="T1"/>
                  </a:cxn>
                  <a:cxn ang="T7">
                    <a:pos x="T2" y="T3"/>
                  </a:cxn>
                  <a:cxn ang="T8">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lnTo>
                      <a:pt x="-1" y="10015"/>
                    </a:lnTo>
                    <a:close/>
                  </a:path>
                </a:pathLst>
              </a:custGeom>
              <a:noFill/>
              <a:ln w="9525">
                <a:solidFill>
                  <a:schemeClr val="accent1"/>
                </a:solidFill>
                <a:round/>
                <a:headEnd/>
                <a:tailEnd/>
              </a:ln>
            </p:spPr>
            <p:txBody>
              <a:bodyPr wrap="none" anchor="ctr"/>
              <a:lstStyle/>
              <a:p>
                <a:endParaRPr lang="ru-RU"/>
              </a:p>
            </p:txBody>
          </p:sp>
          <p:sp>
            <p:nvSpPr>
              <p:cNvPr id="3099" name="Arc 128"/>
              <p:cNvSpPr>
                <a:spLocks/>
              </p:cNvSpPr>
              <p:nvPr/>
            </p:nvSpPr>
            <p:spPr bwMode="hidden">
              <a:xfrm>
                <a:off x="4199" y="502"/>
                <a:ext cx="297" cy="901"/>
              </a:xfrm>
              <a:custGeom>
                <a:avLst/>
                <a:gdLst>
                  <a:gd name="T0" fmla="*/ 0 w 31146"/>
                  <a:gd name="T1" fmla="*/ 188 h 21600"/>
                  <a:gd name="T2" fmla="*/ 297 w 31146"/>
                  <a:gd name="T3" fmla="*/ 399 h 21600"/>
                  <a:gd name="T4" fmla="*/ 126 w 31146"/>
                  <a:gd name="T5" fmla="*/ 901 h 21600"/>
                  <a:gd name="T6" fmla="*/ 0 60000 65536"/>
                  <a:gd name="T7" fmla="*/ 0 60000 65536"/>
                  <a:gd name="T8" fmla="*/ 0 60000 65536"/>
                </a:gdLst>
                <a:ahLst/>
                <a:cxnLst>
                  <a:cxn ang="T6">
                    <a:pos x="T0" y="T1"/>
                  </a:cxn>
                  <a:cxn ang="T7">
                    <a:pos x="T2" y="T3"/>
                  </a:cxn>
                  <a:cxn ang="T8">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lnTo>
                      <a:pt x="-1" y="4511"/>
                    </a:lnTo>
                    <a:close/>
                  </a:path>
                </a:pathLst>
              </a:custGeom>
              <a:noFill/>
              <a:ln w="9525">
                <a:solidFill>
                  <a:schemeClr val="accent2"/>
                </a:solidFill>
                <a:round/>
                <a:headEnd/>
                <a:tailEnd/>
              </a:ln>
            </p:spPr>
            <p:txBody>
              <a:bodyPr wrap="none" anchor="ctr"/>
              <a:lstStyle/>
              <a:p>
                <a:endParaRPr lang="ru-RU"/>
              </a:p>
            </p:txBody>
          </p:sp>
          <p:sp>
            <p:nvSpPr>
              <p:cNvPr id="3100" name="Freeform 129"/>
              <p:cNvSpPr>
                <a:spLocks/>
              </p:cNvSpPr>
              <p:nvPr/>
            </p:nvSpPr>
            <p:spPr bwMode="hidden">
              <a:xfrm flipH="1">
                <a:off x="3307" y="981"/>
                <a:ext cx="426" cy="598"/>
              </a:xfrm>
              <a:custGeom>
                <a:avLst/>
                <a:gdLst>
                  <a:gd name="T0" fmla="*/ 0 w 776"/>
                  <a:gd name="T1" fmla="*/ 64 h 2368"/>
                  <a:gd name="T2" fmla="*/ 240 w 776"/>
                  <a:gd name="T3" fmla="*/ 16 h 2368"/>
                  <a:gd name="T4" fmla="*/ 96 w 776"/>
                  <a:gd name="T5" fmla="*/ 160 h 2368"/>
                  <a:gd name="T6" fmla="*/ 336 w 776"/>
                  <a:gd name="T7" fmla="*/ 160 h 2368"/>
                  <a:gd name="T8" fmla="*/ 192 w 776"/>
                  <a:gd name="T9" fmla="*/ 304 h 2368"/>
                  <a:gd name="T10" fmla="*/ 384 w 776"/>
                  <a:gd name="T11" fmla="*/ 352 h 2368"/>
                  <a:gd name="T12" fmla="*/ 288 w 776"/>
                  <a:gd name="T13" fmla="*/ 448 h 2368"/>
                  <a:gd name="T14" fmla="*/ 480 w 776"/>
                  <a:gd name="T15" fmla="*/ 496 h 2368"/>
                  <a:gd name="T16" fmla="*/ 384 w 776"/>
                  <a:gd name="T17" fmla="*/ 592 h 2368"/>
                  <a:gd name="T18" fmla="*/ 528 w 776"/>
                  <a:gd name="T19" fmla="*/ 640 h 2368"/>
                  <a:gd name="T20" fmla="*/ 480 w 776"/>
                  <a:gd name="T21" fmla="*/ 736 h 2368"/>
                  <a:gd name="T22" fmla="*/ 576 w 776"/>
                  <a:gd name="T23" fmla="*/ 832 h 2368"/>
                  <a:gd name="T24" fmla="*/ 576 w 776"/>
                  <a:gd name="T25" fmla="*/ 928 h 2368"/>
                  <a:gd name="T26" fmla="*/ 672 w 776"/>
                  <a:gd name="T27" fmla="*/ 1072 h 2368"/>
                  <a:gd name="T28" fmla="*/ 624 w 776"/>
                  <a:gd name="T29" fmla="*/ 1216 h 2368"/>
                  <a:gd name="T30" fmla="*/ 720 w 776"/>
                  <a:gd name="T31" fmla="*/ 1312 h 2368"/>
                  <a:gd name="T32" fmla="*/ 672 w 776"/>
                  <a:gd name="T33" fmla="*/ 1456 h 2368"/>
                  <a:gd name="T34" fmla="*/ 720 w 776"/>
                  <a:gd name="T35" fmla="*/ 1600 h 2368"/>
                  <a:gd name="T36" fmla="*/ 672 w 776"/>
                  <a:gd name="T37" fmla="*/ 1696 h 2368"/>
                  <a:gd name="T38" fmla="*/ 768 w 776"/>
                  <a:gd name="T39" fmla="*/ 1840 h 2368"/>
                  <a:gd name="T40" fmla="*/ 720 w 776"/>
                  <a:gd name="T41" fmla="*/ 1984 h 2368"/>
                  <a:gd name="T42" fmla="*/ 768 w 776"/>
                  <a:gd name="T43" fmla="*/ 2176 h 2368"/>
                  <a:gd name="T44" fmla="*/ 720 w 776"/>
                  <a:gd name="T45" fmla="*/ 2224 h 2368"/>
                  <a:gd name="T46" fmla="*/ 768 w 776"/>
                  <a:gd name="T47" fmla="*/ 2368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p:spPr>
            <p:txBody>
              <a:bodyPr wrap="none" anchor="ctr"/>
              <a:lstStyle/>
              <a:p>
                <a:endParaRPr lang="ru-RU"/>
              </a:p>
            </p:txBody>
          </p:sp>
          <p:sp>
            <p:nvSpPr>
              <p:cNvPr id="3101" name="Freeform 130"/>
              <p:cNvSpPr>
                <a:spLocks/>
              </p:cNvSpPr>
              <p:nvPr/>
            </p:nvSpPr>
            <p:spPr bwMode="hidden">
              <a:xfrm flipH="1">
                <a:off x="3507" y="350"/>
                <a:ext cx="273" cy="597"/>
              </a:xfrm>
              <a:custGeom>
                <a:avLst/>
                <a:gdLst>
                  <a:gd name="T0" fmla="*/ 0 w 776"/>
                  <a:gd name="T1" fmla="*/ 64 h 2368"/>
                  <a:gd name="T2" fmla="*/ 240 w 776"/>
                  <a:gd name="T3" fmla="*/ 16 h 2368"/>
                  <a:gd name="T4" fmla="*/ 96 w 776"/>
                  <a:gd name="T5" fmla="*/ 160 h 2368"/>
                  <a:gd name="T6" fmla="*/ 336 w 776"/>
                  <a:gd name="T7" fmla="*/ 160 h 2368"/>
                  <a:gd name="T8" fmla="*/ 192 w 776"/>
                  <a:gd name="T9" fmla="*/ 304 h 2368"/>
                  <a:gd name="T10" fmla="*/ 384 w 776"/>
                  <a:gd name="T11" fmla="*/ 352 h 2368"/>
                  <a:gd name="T12" fmla="*/ 288 w 776"/>
                  <a:gd name="T13" fmla="*/ 448 h 2368"/>
                  <a:gd name="T14" fmla="*/ 480 w 776"/>
                  <a:gd name="T15" fmla="*/ 496 h 2368"/>
                  <a:gd name="T16" fmla="*/ 384 w 776"/>
                  <a:gd name="T17" fmla="*/ 592 h 2368"/>
                  <a:gd name="T18" fmla="*/ 528 w 776"/>
                  <a:gd name="T19" fmla="*/ 640 h 2368"/>
                  <a:gd name="T20" fmla="*/ 480 w 776"/>
                  <a:gd name="T21" fmla="*/ 736 h 2368"/>
                  <a:gd name="T22" fmla="*/ 576 w 776"/>
                  <a:gd name="T23" fmla="*/ 832 h 2368"/>
                  <a:gd name="T24" fmla="*/ 576 w 776"/>
                  <a:gd name="T25" fmla="*/ 928 h 2368"/>
                  <a:gd name="T26" fmla="*/ 672 w 776"/>
                  <a:gd name="T27" fmla="*/ 1072 h 2368"/>
                  <a:gd name="T28" fmla="*/ 624 w 776"/>
                  <a:gd name="T29" fmla="*/ 1216 h 2368"/>
                  <a:gd name="T30" fmla="*/ 720 w 776"/>
                  <a:gd name="T31" fmla="*/ 1312 h 2368"/>
                  <a:gd name="T32" fmla="*/ 672 w 776"/>
                  <a:gd name="T33" fmla="*/ 1456 h 2368"/>
                  <a:gd name="T34" fmla="*/ 720 w 776"/>
                  <a:gd name="T35" fmla="*/ 1600 h 2368"/>
                  <a:gd name="T36" fmla="*/ 672 w 776"/>
                  <a:gd name="T37" fmla="*/ 1696 h 2368"/>
                  <a:gd name="T38" fmla="*/ 768 w 776"/>
                  <a:gd name="T39" fmla="*/ 1840 h 2368"/>
                  <a:gd name="T40" fmla="*/ 720 w 776"/>
                  <a:gd name="T41" fmla="*/ 1984 h 2368"/>
                  <a:gd name="T42" fmla="*/ 768 w 776"/>
                  <a:gd name="T43" fmla="*/ 2176 h 2368"/>
                  <a:gd name="T44" fmla="*/ 720 w 776"/>
                  <a:gd name="T45" fmla="*/ 2224 h 2368"/>
                  <a:gd name="T46" fmla="*/ 768 w 776"/>
                  <a:gd name="T47" fmla="*/ 2368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p:spPr>
            <p:txBody>
              <a:bodyPr wrap="none" anchor="ctr"/>
              <a:lstStyle/>
              <a:p>
                <a:endParaRPr lang="ru-RU"/>
              </a:p>
            </p:txBody>
          </p:sp>
          <p:sp>
            <p:nvSpPr>
              <p:cNvPr id="3102" name="Freeform 131"/>
              <p:cNvSpPr>
                <a:spLocks/>
              </p:cNvSpPr>
              <p:nvPr/>
            </p:nvSpPr>
            <p:spPr bwMode="hidden">
              <a:xfrm flipH="1">
                <a:off x="3821" y="172"/>
                <a:ext cx="164" cy="597"/>
              </a:xfrm>
              <a:custGeom>
                <a:avLst/>
                <a:gdLst>
                  <a:gd name="T0" fmla="*/ 0 w 776"/>
                  <a:gd name="T1" fmla="*/ 64 h 2368"/>
                  <a:gd name="T2" fmla="*/ 240 w 776"/>
                  <a:gd name="T3" fmla="*/ 16 h 2368"/>
                  <a:gd name="T4" fmla="*/ 96 w 776"/>
                  <a:gd name="T5" fmla="*/ 160 h 2368"/>
                  <a:gd name="T6" fmla="*/ 336 w 776"/>
                  <a:gd name="T7" fmla="*/ 160 h 2368"/>
                  <a:gd name="T8" fmla="*/ 192 w 776"/>
                  <a:gd name="T9" fmla="*/ 304 h 2368"/>
                  <a:gd name="T10" fmla="*/ 384 w 776"/>
                  <a:gd name="T11" fmla="*/ 352 h 2368"/>
                  <a:gd name="T12" fmla="*/ 288 w 776"/>
                  <a:gd name="T13" fmla="*/ 448 h 2368"/>
                  <a:gd name="T14" fmla="*/ 480 w 776"/>
                  <a:gd name="T15" fmla="*/ 496 h 2368"/>
                  <a:gd name="T16" fmla="*/ 384 w 776"/>
                  <a:gd name="T17" fmla="*/ 592 h 2368"/>
                  <a:gd name="T18" fmla="*/ 528 w 776"/>
                  <a:gd name="T19" fmla="*/ 640 h 2368"/>
                  <a:gd name="T20" fmla="*/ 480 w 776"/>
                  <a:gd name="T21" fmla="*/ 736 h 2368"/>
                  <a:gd name="T22" fmla="*/ 576 w 776"/>
                  <a:gd name="T23" fmla="*/ 832 h 2368"/>
                  <a:gd name="T24" fmla="*/ 576 w 776"/>
                  <a:gd name="T25" fmla="*/ 928 h 2368"/>
                  <a:gd name="T26" fmla="*/ 672 w 776"/>
                  <a:gd name="T27" fmla="*/ 1072 h 2368"/>
                  <a:gd name="T28" fmla="*/ 624 w 776"/>
                  <a:gd name="T29" fmla="*/ 1216 h 2368"/>
                  <a:gd name="T30" fmla="*/ 720 w 776"/>
                  <a:gd name="T31" fmla="*/ 1312 h 2368"/>
                  <a:gd name="T32" fmla="*/ 672 w 776"/>
                  <a:gd name="T33" fmla="*/ 1456 h 2368"/>
                  <a:gd name="T34" fmla="*/ 720 w 776"/>
                  <a:gd name="T35" fmla="*/ 1600 h 2368"/>
                  <a:gd name="T36" fmla="*/ 672 w 776"/>
                  <a:gd name="T37" fmla="*/ 1696 h 2368"/>
                  <a:gd name="T38" fmla="*/ 768 w 776"/>
                  <a:gd name="T39" fmla="*/ 1840 h 2368"/>
                  <a:gd name="T40" fmla="*/ 720 w 776"/>
                  <a:gd name="T41" fmla="*/ 1984 h 2368"/>
                  <a:gd name="T42" fmla="*/ 768 w 776"/>
                  <a:gd name="T43" fmla="*/ 2176 h 2368"/>
                  <a:gd name="T44" fmla="*/ 720 w 776"/>
                  <a:gd name="T45" fmla="*/ 2224 h 2368"/>
                  <a:gd name="T46" fmla="*/ 768 w 776"/>
                  <a:gd name="T47" fmla="*/ 2368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p:spPr>
            <p:txBody>
              <a:bodyPr wrap="none" anchor="ctr"/>
              <a:lstStyle/>
              <a:p>
                <a:endParaRPr lang="ru-RU"/>
              </a:p>
            </p:txBody>
          </p:sp>
          <p:sp>
            <p:nvSpPr>
              <p:cNvPr id="3103" name="Freeform 132"/>
              <p:cNvSpPr>
                <a:spLocks/>
              </p:cNvSpPr>
              <p:nvPr/>
            </p:nvSpPr>
            <p:spPr bwMode="hidden">
              <a:xfrm>
                <a:off x="4841" y="894"/>
                <a:ext cx="395" cy="628"/>
              </a:xfrm>
              <a:custGeom>
                <a:avLst/>
                <a:gdLst>
                  <a:gd name="T0" fmla="*/ 0 w 776"/>
                  <a:gd name="T1" fmla="*/ 64 h 2368"/>
                  <a:gd name="T2" fmla="*/ 240 w 776"/>
                  <a:gd name="T3" fmla="*/ 16 h 2368"/>
                  <a:gd name="T4" fmla="*/ 96 w 776"/>
                  <a:gd name="T5" fmla="*/ 160 h 2368"/>
                  <a:gd name="T6" fmla="*/ 336 w 776"/>
                  <a:gd name="T7" fmla="*/ 160 h 2368"/>
                  <a:gd name="T8" fmla="*/ 192 w 776"/>
                  <a:gd name="T9" fmla="*/ 304 h 2368"/>
                  <a:gd name="T10" fmla="*/ 384 w 776"/>
                  <a:gd name="T11" fmla="*/ 352 h 2368"/>
                  <a:gd name="T12" fmla="*/ 288 w 776"/>
                  <a:gd name="T13" fmla="*/ 448 h 2368"/>
                  <a:gd name="T14" fmla="*/ 480 w 776"/>
                  <a:gd name="T15" fmla="*/ 496 h 2368"/>
                  <a:gd name="T16" fmla="*/ 384 w 776"/>
                  <a:gd name="T17" fmla="*/ 592 h 2368"/>
                  <a:gd name="T18" fmla="*/ 528 w 776"/>
                  <a:gd name="T19" fmla="*/ 640 h 2368"/>
                  <a:gd name="T20" fmla="*/ 480 w 776"/>
                  <a:gd name="T21" fmla="*/ 736 h 2368"/>
                  <a:gd name="T22" fmla="*/ 576 w 776"/>
                  <a:gd name="T23" fmla="*/ 832 h 2368"/>
                  <a:gd name="T24" fmla="*/ 576 w 776"/>
                  <a:gd name="T25" fmla="*/ 928 h 2368"/>
                  <a:gd name="T26" fmla="*/ 672 w 776"/>
                  <a:gd name="T27" fmla="*/ 1072 h 2368"/>
                  <a:gd name="T28" fmla="*/ 624 w 776"/>
                  <a:gd name="T29" fmla="*/ 1216 h 2368"/>
                  <a:gd name="T30" fmla="*/ 720 w 776"/>
                  <a:gd name="T31" fmla="*/ 1312 h 2368"/>
                  <a:gd name="T32" fmla="*/ 672 w 776"/>
                  <a:gd name="T33" fmla="*/ 1456 h 2368"/>
                  <a:gd name="T34" fmla="*/ 720 w 776"/>
                  <a:gd name="T35" fmla="*/ 1600 h 2368"/>
                  <a:gd name="T36" fmla="*/ 672 w 776"/>
                  <a:gd name="T37" fmla="*/ 1696 h 2368"/>
                  <a:gd name="T38" fmla="*/ 768 w 776"/>
                  <a:gd name="T39" fmla="*/ 1840 h 2368"/>
                  <a:gd name="T40" fmla="*/ 720 w 776"/>
                  <a:gd name="T41" fmla="*/ 1984 h 2368"/>
                  <a:gd name="T42" fmla="*/ 768 w 776"/>
                  <a:gd name="T43" fmla="*/ 2176 h 2368"/>
                  <a:gd name="T44" fmla="*/ 720 w 776"/>
                  <a:gd name="T45" fmla="*/ 2224 h 2368"/>
                  <a:gd name="T46" fmla="*/ 768 w 776"/>
                  <a:gd name="T47" fmla="*/ 2368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p:spPr>
            <p:txBody>
              <a:bodyPr wrap="none" anchor="ctr"/>
              <a:lstStyle/>
              <a:p>
                <a:endParaRPr lang="ru-RU"/>
              </a:p>
            </p:txBody>
          </p:sp>
          <p:sp>
            <p:nvSpPr>
              <p:cNvPr id="3104" name="Freeform 133"/>
              <p:cNvSpPr>
                <a:spLocks/>
              </p:cNvSpPr>
              <p:nvPr/>
            </p:nvSpPr>
            <p:spPr bwMode="hidden">
              <a:xfrm>
                <a:off x="4636" y="576"/>
                <a:ext cx="594" cy="417"/>
              </a:xfrm>
              <a:custGeom>
                <a:avLst/>
                <a:gdLst>
                  <a:gd name="T0" fmla="*/ 0 w 776"/>
                  <a:gd name="T1" fmla="*/ 64 h 2368"/>
                  <a:gd name="T2" fmla="*/ 240 w 776"/>
                  <a:gd name="T3" fmla="*/ 16 h 2368"/>
                  <a:gd name="T4" fmla="*/ 96 w 776"/>
                  <a:gd name="T5" fmla="*/ 160 h 2368"/>
                  <a:gd name="T6" fmla="*/ 336 w 776"/>
                  <a:gd name="T7" fmla="*/ 160 h 2368"/>
                  <a:gd name="T8" fmla="*/ 192 w 776"/>
                  <a:gd name="T9" fmla="*/ 304 h 2368"/>
                  <a:gd name="T10" fmla="*/ 384 w 776"/>
                  <a:gd name="T11" fmla="*/ 352 h 2368"/>
                  <a:gd name="T12" fmla="*/ 288 w 776"/>
                  <a:gd name="T13" fmla="*/ 448 h 2368"/>
                  <a:gd name="T14" fmla="*/ 480 w 776"/>
                  <a:gd name="T15" fmla="*/ 496 h 2368"/>
                  <a:gd name="T16" fmla="*/ 384 w 776"/>
                  <a:gd name="T17" fmla="*/ 592 h 2368"/>
                  <a:gd name="T18" fmla="*/ 528 w 776"/>
                  <a:gd name="T19" fmla="*/ 640 h 2368"/>
                  <a:gd name="T20" fmla="*/ 480 w 776"/>
                  <a:gd name="T21" fmla="*/ 736 h 2368"/>
                  <a:gd name="T22" fmla="*/ 576 w 776"/>
                  <a:gd name="T23" fmla="*/ 832 h 2368"/>
                  <a:gd name="T24" fmla="*/ 576 w 776"/>
                  <a:gd name="T25" fmla="*/ 928 h 2368"/>
                  <a:gd name="T26" fmla="*/ 672 w 776"/>
                  <a:gd name="T27" fmla="*/ 1072 h 2368"/>
                  <a:gd name="T28" fmla="*/ 624 w 776"/>
                  <a:gd name="T29" fmla="*/ 1216 h 2368"/>
                  <a:gd name="T30" fmla="*/ 720 w 776"/>
                  <a:gd name="T31" fmla="*/ 1312 h 2368"/>
                  <a:gd name="T32" fmla="*/ 672 w 776"/>
                  <a:gd name="T33" fmla="*/ 1456 h 2368"/>
                  <a:gd name="T34" fmla="*/ 720 w 776"/>
                  <a:gd name="T35" fmla="*/ 1600 h 2368"/>
                  <a:gd name="T36" fmla="*/ 672 w 776"/>
                  <a:gd name="T37" fmla="*/ 1696 h 2368"/>
                  <a:gd name="T38" fmla="*/ 768 w 776"/>
                  <a:gd name="T39" fmla="*/ 1840 h 2368"/>
                  <a:gd name="T40" fmla="*/ 720 w 776"/>
                  <a:gd name="T41" fmla="*/ 1984 h 2368"/>
                  <a:gd name="T42" fmla="*/ 768 w 776"/>
                  <a:gd name="T43" fmla="*/ 2176 h 2368"/>
                  <a:gd name="T44" fmla="*/ 720 w 776"/>
                  <a:gd name="T45" fmla="*/ 2224 h 2368"/>
                  <a:gd name="T46" fmla="*/ 768 w 776"/>
                  <a:gd name="T47" fmla="*/ 2368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p:spPr>
            <p:txBody>
              <a:bodyPr wrap="none" anchor="ctr"/>
              <a:lstStyle/>
              <a:p>
                <a:endParaRPr lang="ru-RU"/>
              </a:p>
            </p:txBody>
          </p:sp>
          <p:sp>
            <p:nvSpPr>
              <p:cNvPr id="3105" name="Freeform 134"/>
              <p:cNvSpPr>
                <a:spLocks/>
              </p:cNvSpPr>
              <p:nvPr/>
            </p:nvSpPr>
            <p:spPr bwMode="hidden">
              <a:xfrm>
                <a:off x="4658" y="132"/>
                <a:ext cx="260" cy="559"/>
              </a:xfrm>
              <a:custGeom>
                <a:avLst/>
                <a:gdLst>
                  <a:gd name="T0" fmla="*/ 0 w 776"/>
                  <a:gd name="T1" fmla="*/ 64 h 2368"/>
                  <a:gd name="T2" fmla="*/ 240 w 776"/>
                  <a:gd name="T3" fmla="*/ 16 h 2368"/>
                  <a:gd name="T4" fmla="*/ 96 w 776"/>
                  <a:gd name="T5" fmla="*/ 160 h 2368"/>
                  <a:gd name="T6" fmla="*/ 336 w 776"/>
                  <a:gd name="T7" fmla="*/ 160 h 2368"/>
                  <a:gd name="T8" fmla="*/ 192 w 776"/>
                  <a:gd name="T9" fmla="*/ 304 h 2368"/>
                  <a:gd name="T10" fmla="*/ 384 w 776"/>
                  <a:gd name="T11" fmla="*/ 352 h 2368"/>
                  <a:gd name="T12" fmla="*/ 288 w 776"/>
                  <a:gd name="T13" fmla="*/ 448 h 2368"/>
                  <a:gd name="T14" fmla="*/ 480 w 776"/>
                  <a:gd name="T15" fmla="*/ 496 h 2368"/>
                  <a:gd name="T16" fmla="*/ 384 w 776"/>
                  <a:gd name="T17" fmla="*/ 592 h 2368"/>
                  <a:gd name="T18" fmla="*/ 528 w 776"/>
                  <a:gd name="T19" fmla="*/ 640 h 2368"/>
                  <a:gd name="T20" fmla="*/ 480 w 776"/>
                  <a:gd name="T21" fmla="*/ 736 h 2368"/>
                  <a:gd name="T22" fmla="*/ 576 w 776"/>
                  <a:gd name="T23" fmla="*/ 832 h 2368"/>
                  <a:gd name="T24" fmla="*/ 576 w 776"/>
                  <a:gd name="T25" fmla="*/ 928 h 2368"/>
                  <a:gd name="T26" fmla="*/ 672 w 776"/>
                  <a:gd name="T27" fmla="*/ 1072 h 2368"/>
                  <a:gd name="T28" fmla="*/ 624 w 776"/>
                  <a:gd name="T29" fmla="*/ 1216 h 2368"/>
                  <a:gd name="T30" fmla="*/ 720 w 776"/>
                  <a:gd name="T31" fmla="*/ 1312 h 2368"/>
                  <a:gd name="T32" fmla="*/ 672 w 776"/>
                  <a:gd name="T33" fmla="*/ 1456 h 2368"/>
                  <a:gd name="T34" fmla="*/ 720 w 776"/>
                  <a:gd name="T35" fmla="*/ 1600 h 2368"/>
                  <a:gd name="T36" fmla="*/ 672 w 776"/>
                  <a:gd name="T37" fmla="*/ 1696 h 2368"/>
                  <a:gd name="T38" fmla="*/ 768 w 776"/>
                  <a:gd name="T39" fmla="*/ 1840 h 2368"/>
                  <a:gd name="T40" fmla="*/ 720 w 776"/>
                  <a:gd name="T41" fmla="*/ 1984 h 2368"/>
                  <a:gd name="T42" fmla="*/ 768 w 776"/>
                  <a:gd name="T43" fmla="*/ 2176 h 2368"/>
                  <a:gd name="T44" fmla="*/ 720 w 776"/>
                  <a:gd name="T45" fmla="*/ 2224 h 2368"/>
                  <a:gd name="T46" fmla="*/ 768 w 776"/>
                  <a:gd name="T47" fmla="*/ 2368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p:spPr>
            <p:txBody>
              <a:bodyPr wrap="none" anchor="ctr"/>
              <a:lstStyle/>
              <a:p>
                <a:endParaRPr lang="ru-RU"/>
              </a:p>
            </p:txBody>
          </p:sp>
          <p:sp>
            <p:nvSpPr>
              <p:cNvPr id="3106" name="Freeform 135"/>
              <p:cNvSpPr>
                <a:spLocks/>
              </p:cNvSpPr>
              <p:nvPr/>
            </p:nvSpPr>
            <p:spPr bwMode="hidden">
              <a:xfrm rot="-1346631">
                <a:off x="4401" y="599"/>
                <a:ext cx="175" cy="329"/>
              </a:xfrm>
              <a:custGeom>
                <a:avLst/>
                <a:gdLst>
                  <a:gd name="T0" fmla="*/ 0 w 776"/>
                  <a:gd name="T1" fmla="*/ 64 h 2368"/>
                  <a:gd name="T2" fmla="*/ 240 w 776"/>
                  <a:gd name="T3" fmla="*/ 16 h 2368"/>
                  <a:gd name="T4" fmla="*/ 96 w 776"/>
                  <a:gd name="T5" fmla="*/ 160 h 2368"/>
                  <a:gd name="T6" fmla="*/ 336 w 776"/>
                  <a:gd name="T7" fmla="*/ 160 h 2368"/>
                  <a:gd name="T8" fmla="*/ 192 w 776"/>
                  <a:gd name="T9" fmla="*/ 304 h 2368"/>
                  <a:gd name="T10" fmla="*/ 384 w 776"/>
                  <a:gd name="T11" fmla="*/ 352 h 2368"/>
                  <a:gd name="T12" fmla="*/ 288 w 776"/>
                  <a:gd name="T13" fmla="*/ 448 h 2368"/>
                  <a:gd name="T14" fmla="*/ 480 w 776"/>
                  <a:gd name="T15" fmla="*/ 496 h 2368"/>
                  <a:gd name="T16" fmla="*/ 384 w 776"/>
                  <a:gd name="T17" fmla="*/ 592 h 2368"/>
                  <a:gd name="T18" fmla="*/ 528 w 776"/>
                  <a:gd name="T19" fmla="*/ 640 h 2368"/>
                  <a:gd name="T20" fmla="*/ 480 w 776"/>
                  <a:gd name="T21" fmla="*/ 736 h 2368"/>
                  <a:gd name="T22" fmla="*/ 576 w 776"/>
                  <a:gd name="T23" fmla="*/ 832 h 2368"/>
                  <a:gd name="T24" fmla="*/ 576 w 776"/>
                  <a:gd name="T25" fmla="*/ 928 h 2368"/>
                  <a:gd name="T26" fmla="*/ 672 w 776"/>
                  <a:gd name="T27" fmla="*/ 1072 h 2368"/>
                  <a:gd name="T28" fmla="*/ 624 w 776"/>
                  <a:gd name="T29" fmla="*/ 1216 h 2368"/>
                  <a:gd name="T30" fmla="*/ 720 w 776"/>
                  <a:gd name="T31" fmla="*/ 1312 h 2368"/>
                  <a:gd name="T32" fmla="*/ 672 w 776"/>
                  <a:gd name="T33" fmla="*/ 1456 h 2368"/>
                  <a:gd name="T34" fmla="*/ 720 w 776"/>
                  <a:gd name="T35" fmla="*/ 1600 h 2368"/>
                  <a:gd name="T36" fmla="*/ 672 w 776"/>
                  <a:gd name="T37" fmla="*/ 1696 h 2368"/>
                  <a:gd name="T38" fmla="*/ 768 w 776"/>
                  <a:gd name="T39" fmla="*/ 1840 h 2368"/>
                  <a:gd name="T40" fmla="*/ 720 w 776"/>
                  <a:gd name="T41" fmla="*/ 1984 h 2368"/>
                  <a:gd name="T42" fmla="*/ 768 w 776"/>
                  <a:gd name="T43" fmla="*/ 2176 h 2368"/>
                  <a:gd name="T44" fmla="*/ 720 w 776"/>
                  <a:gd name="T45" fmla="*/ 2224 h 2368"/>
                  <a:gd name="T46" fmla="*/ 768 w 776"/>
                  <a:gd name="T47" fmla="*/ 2368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p:spPr>
            <p:txBody>
              <a:bodyPr wrap="none" anchor="ctr"/>
              <a:lstStyle/>
              <a:p>
                <a:endParaRPr lang="ru-RU"/>
              </a:p>
            </p:txBody>
          </p:sp>
          <p:sp>
            <p:nvSpPr>
              <p:cNvPr id="3107" name="Freeform 136"/>
              <p:cNvSpPr>
                <a:spLocks/>
              </p:cNvSpPr>
              <p:nvPr/>
            </p:nvSpPr>
            <p:spPr bwMode="hidden">
              <a:xfrm rot="1346631" flipH="1">
                <a:off x="3783" y="589"/>
                <a:ext cx="172" cy="330"/>
              </a:xfrm>
              <a:custGeom>
                <a:avLst/>
                <a:gdLst>
                  <a:gd name="T0" fmla="*/ 0 w 776"/>
                  <a:gd name="T1" fmla="*/ 64 h 2368"/>
                  <a:gd name="T2" fmla="*/ 240 w 776"/>
                  <a:gd name="T3" fmla="*/ 16 h 2368"/>
                  <a:gd name="T4" fmla="*/ 96 w 776"/>
                  <a:gd name="T5" fmla="*/ 160 h 2368"/>
                  <a:gd name="T6" fmla="*/ 336 w 776"/>
                  <a:gd name="T7" fmla="*/ 160 h 2368"/>
                  <a:gd name="T8" fmla="*/ 192 w 776"/>
                  <a:gd name="T9" fmla="*/ 304 h 2368"/>
                  <a:gd name="T10" fmla="*/ 384 w 776"/>
                  <a:gd name="T11" fmla="*/ 352 h 2368"/>
                  <a:gd name="T12" fmla="*/ 288 w 776"/>
                  <a:gd name="T13" fmla="*/ 448 h 2368"/>
                  <a:gd name="T14" fmla="*/ 480 w 776"/>
                  <a:gd name="T15" fmla="*/ 496 h 2368"/>
                  <a:gd name="T16" fmla="*/ 384 w 776"/>
                  <a:gd name="T17" fmla="*/ 592 h 2368"/>
                  <a:gd name="T18" fmla="*/ 528 w 776"/>
                  <a:gd name="T19" fmla="*/ 640 h 2368"/>
                  <a:gd name="T20" fmla="*/ 480 w 776"/>
                  <a:gd name="T21" fmla="*/ 736 h 2368"/>
                  <a:gd name="T22" fmla="*/ 576 w 776"/>
                  <a:gd name="T23" fmla="*/ 832 h 2368"/>
                  <a:gd name="T24" fmla="*/ 576 w 776"/>
                  <a:gd name="T25" fmla="*/ 928 h 2368"/>
                  <a:gd name="T26" fmla="*/ 672 w 776"/>
                  <a:gd name="T27" fmla="*/ 1072 h 2368"/>
                  <a:gd name="T28" fmla="*/ 624 w 776"/>
                  <a:gd name="T29" fmla="*/ 1216 h 2368"/>
                  <a:gd name="T30" fmla="*/ 720 w 776"/>
                  <a:gd name="T31" fmla="*/ 1312 h 2368"/>
                  <a:gd name="T32" fmla="*/ 672 w 776"/>
                  <a:gd name="T33" fmla="*/ 1456 h 2368"/>
                  <a:gd name="T34" fmla="*/ 720 w 776"/>
                  <a:gd name="T35" fmla="*/ 1600 h 2368"/>
                  <a:gd name="T36" fmla="*/ 672 w 776"/>
                  <a:gd name="T37" fmla="*/ 1696 h 2368"/>
                  <a:gd name="T38" fmla="*/ 768 w 776"/>
                  <a:gd name="T39" fmla="*/ 1840 h 2368"/>
                  <a:gd name="T40" fmla="*/ 720 w 776"/>
                  <a:gd name="T41" fmla="*/ 1984 h 2368"/>
                  <a:gd name="T42" fmla="*/ 768 w 776"/>
                  <a:gd name="T43" fmla="*/ 2176 h 2368"/>
                  <a:gd name="T44" fmla="*/ 720 w 776"/>
                  <a:gd name="T45" fmla="*/ 2224 h 2368"/>
                  <a:gd name="T46" fmla="*/ 768 w 776"/>
                  <a:gd name="T47" fmla="*/ 2368 h 23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p:spPr>
            <p:txBody>
              <a:bodyPr wrap="none" anchor="ctr"/>
              <a:lstStyle/>
              <a:p>
                <a:endParaRPr lang="ru-RU"/>
              </a:p>
            </p:txBody>
          </p:sp>
        </p:grpSp>
      </p:grpSp>
      <p:sp>
        <p:nvSpPr>
          <p:cNvPr id="3075" name="Rectangle 137"/>
          <p:cNvSpPr>
            <a:spLocks noGrp="1" noChangeArrowheads="1"/>
          </p:cNvSpPr>
          <p:nvPr>
            <p:ph type="title"/>
          </p:nvPr>
        </p:nvSpPr>
        <p:spPr bwMode="auto">
          <a:xfrm>
            <a:off x="685800" y="301625"/>
            <a:ext cx="7772400" cy="146208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ru-RU" altLang="ru-RU"/>
              <a:t>Образец заголовка</a:t>
            </a:r>
          </a:p>
        </p:txBody>
      </p:sp>
      <p:sp>
        <p:nvSpPr>
          <p:cNvPr id="3076" name="Rectangle 138"/>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ru-RU" altLang="ru-RU"/>
              <a:t>Образец текста</a:t>
            </a:r>
          </a:p>
          <a:p>
            <a:pPr lvl="1"/>
            <a:r>
              <a:rPr lang="ru-RU" altLang="ru-RU"/>
              <a:t>Второй уровень</a:t>
            </a:r>
          </a:p>
          <a:p>
            <a:pPr lvl="2"/>
            <a:r>
              <a:rPr lang="ru-RU" altLang="ru-RU"/>
              <a:t>Третий уровень</a:t>
            </a:r>
          </a:p>
          <a:p>
            <a:pPr lvl="3"/>
            <a:r>
              <a:rPr lang="ru-RU" altLang="ru-RU"/>
              <a:t>Четвертый уровень</a:t>
            </a:r>
          </a:p>
          <a:p>
            <a:pPr lvl="4"/>
            <a:r>
              <a:rPr lang="ru-RU" altLang="ru-RU"/>
              <a:t>Пятый уровень</a:t>
            </a:r>
          </a:p>
        </p:txBody>
      </p:sp>
      <p:sp>
        <p:nvSpPr>
          <p:cNvPr id="154763" name="Rectangle 139"/>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mn-lt"/>
              </a:defRPr>
            </a:lvl1pPr>
          </a:lstStyle>
          <a:p>
            <a:pPr>
              <a:defRPr/>
            </a:pPr>
            <a:endParaRPr lang="ru-RU"/>
          </a:p>
        </p:txBody>
      </p:sp>
      <p:sp>
        <p:nvSpPr>
          <p:cNvPr id="154764" name="Rectangle 140"/>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mn-lt"/>
              </a:defRPr>
            </a:lvl1pPr>
          </a:lstStyle>
          <a:p>
            <a:pPr>
              <a:defRPr/>
            </a:pPr>
            <a:endParaRPr lang="ru-RU"/>
          </a:p>
        </p:txBody>
      </p:sp>
      <p:sp>
        <p:nvSpPr>
          <p:cNvPr id="154765" name="Rectangle 141"/>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atin typeface="Arial Black" pitchFamily="34" charset="0"/>
              </a:defRPr>
            </a:lvl1pPr>
          </a:lstStyle>
          <a:p>
            <a:fld id="{53F281FA-B08E-419A-B7F9-52938970F716}" type="slidenum">
              <a:rPr lang="ru-RU" altLang="ru-RU"/>
              <a:pPr/>
              <a:t>‹#›</a:t>
            </a:fld>
            <a:endParaRPr lang="ru-RU" altLang="ru-RU"/>
          </a:p>
        </p:txBody>
      </p:sp>
    </p:spTree>
  </p:cSld>
  <p:clrMap bg1="dk2" tx1="lt1" bg2="dk1" tx2="lt2" accent1="accent1" accent2="accent2" accent3="accent3" accent4="accent4" accent5="accent5" accent6="accent6" hlink="hlink" folHlink="folHlink"/>
  <p:sldLayoutIdLst>
    <p:sldLayoutId id="2147483907"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Black" pitchFamily="34" charset="0"/>
        </a:defRPr>
      </a:lvl2pPr>
      <a:lvl3pPr algn="l" rtl="0" eaLnBrk="0" fontAlgn="base" hangingPunct="0">
        <a:spcBef>
          <a:spcPct val="0"/>
        </a:spcBef>
        <a:spcAft>
          <a:spcPct val="0"/>
        </a:spcAft>
        <a:defRPr sz="4400">
          <a:solidFill>
            <a:schemeClr val="tx2"/>
          </a:solidFill>
          <a:latin typeface="Arial Black" pitchFamily="34" charset="0"/>
        </a:defRPr>
      </a:lvl3pPr>
      <a:lvl4pPr algn="l" rtl="0" eaLnBrk="0" fontAlgn="base" hangingPunct="0">
        <a:spcBef>
          <a:spcPct val="0"/>
        </a:spcBef>
        <a:spcAft>
          <a:spcPct val="0"/>
        </a:spcAft>
        <a:defRPr sz="4400">
          <a:solidFill>
            <a:schemeClr val="tx2"/>
          </a:solidFill>
          <a:latin typeface="Arial Black" pitchFamily="34" charset="0"/>
        </a:defRPr>
      </a:lvl4pPr>
      <a:lvl5pPr algn="l" rtl="0" eaLnBrk="0" fontAlgn="base" hangingPunct="0">
        <a:spcBef>
          <a:spcPct val="0"/>
        </a:spcBef>
        <a:spcAft>
          <a:spcPct val="0"/>
        </a:spcAft>
        <a:defRPr sz="4400">
          <a:solidFill>
            <a:schemeClr val="tx2"/>
          </a:solidFill>
          <a:latin typeface="Arial Black" pitchFamily="34" charset="0"/>
        </a:defRPr>
      </a:lvl5pPr>
      <a:lvl6pPr marL="457200" algn="l" rtl="0" fontAlgn="base">
        <a:spcBef>
          <a:spcPct val="0"/>
        </a:spcBef>
        <a:spcAft>
          <a:spcPct val="0"/>
        </a:spcAft>
        <a:defRPr sz="4400">
          <a:solidFill>
            <a:schemeClr val="tx2"/>
          </a:solidFill>
          <a:latin typeface="Arial Black" pitchFamily="34" charset="0"/>
        </a:defRPr>
      </a:lvl6pPr>
      <a:lvl7pPr marL="914400" algn="l" rtl="0" fontAlgn="base">
        <a:spcBef>
          <a:spcPct val="0"/>
        </a:spcBef>
        <a:spcAft>
          <a:spcPct val="0"/>
        </a:spcAft>
        <a:defRPr sz="4400">
          <a:solidFill>
            <a:schemeClr val="tx2"/>
          </a:solidFill>
          <a:latin typeface="Arial Black" pitchFamily="34" charset="0"/>
        </a:defRPr>
      </a:lvl7pPr>
      <a:lvl8pPr marL="1371600" algn="l" rtl="0" fontAlgn="base">
        <a:spcBef>
          <a:spcPct val="0"/>
        </a:spcBef>
        <a:spcAft>
          <a:spcPct val="0"/>
        </a:spcAft>
        <a:defRPr sz="4400">
          <a:solidFill>
            <a:schemeClr val="tx2"/>
          </a:solidFill>
          <a:latin typeface="Arial Black" pitchFamily="34" charset="0"/>
        </a:defRPr>
      </a:lvl8pPr>
      <a:lvl9pPr marL="1828800" algn="l" rtl="0" fontAlgn="base">
        <a:spcBef>
          <a:spcPct val="0"/>
        </a:spcBef>
        <a:spcAft>
          <a:spcPct val="0"/>
        </a:spcAft>
        <a:defRPr sz="4400">
          <a:solidFill>
            <a:schemeClr val="tx2"/>
          </a:solidFill>
          <a:latin typeface="Arial Black" pitchFamily="34" charset="0"/>
        </a:defRPr>
      </a:lvl9pPr>
    </p:titleStyle>
    <p:bodyStyle>
      <a:lvl1pPr marL="342900" indent="-342900" algn="l" rtl="0" eaLnBrk="0" fontAlgn="base" hangingPunct="0">
        <a:spcBef>
          <a:spcPct val="20000"/>
        </a:spcBef>
        <a:spcAft>
          <a:spcPct val="0"/>
        </a:spcAft>
        <a:buClr>
          <a:schemeClr val="hlink"/>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Font typeface="Times New Roman" pitchFamily="18" charset="0"/>
        <a:buChar char="−"/>
        <a:defRPr sz="2000">
          <a:solidFill>
            <a:schemeClr val="tx1"/>
          </a:solidFill>
          <a:latin typeface="+mn-lt"/>
        </a:defRPr>
      </a:lvl4pPr>
      <a:lvl5pPr marL="2057400" indent="-228600" algn="l" rtl="0" eaLnBrk="0" fontAlgn="base" hangingPunct="0">
        <a:spcBef>
          <a:spcPct val="20000"/>
        </a:spcBef>
        <a:spcAft>
          <a:spcPct val="0"/>
        </a:spcAft>
        <a:buFont typeface="Times New Roman" pitchFamily="18" charset="0"/>
        <a:buChar char="–"/>
        <a:defRPr sz="2000">
          <a:solidFill>
            <a:schemeClr val="tx1"/>
          </a:solidFill>
          <a:latin typeface="+mn-lt"/>
        </a:defRPr>
      </a:lvl5pPr>
      <a:lvl6pPr marL="2514600" indent="-228600" algn="l" rtl="0" fontAlgn="base">
        <a:spcBef>
          <a:spcPct val="20000"/>
        </a:spcBef>
        <a:spcAft>
          <a:spcPct val="0"/>
        </a:spcAft>
        <a:buFont typeface="Times New Roman" pitchFamily="18" charset="0"/>
        <a:buChar char="–"/>
        <a:defRPr sz="2000">
          <a:solidFill>
            <a:schemeClr val="tx1"/>
          </a:solidFill>
          <a:latin typeface="+mn-lt"/>
        </a:defRPr>
      </a:lvl6pPr>
      <a:lvl7pPr marL="2971800" indent="-228600" algn="l" rtl="0" fontAlgn="base">
        <a:spcBef>
          <a:spcPct val="20000"/>
        </a:spcBef>
        <a:spcAft>
          <a:spcPct val="0"/>
        </a:spcAft>
        <a:buFont typeface="Times New Roman" pitchFamily="18" charset="0"/>
        <a:buChar char="–"/>
        <a:defRPr sz="2000">
          <a:solidFill>
            <a:schemeClr val="tx1"/>
          </a:solidFill>
          <a:latin typeface="+mn-lt"/>
        </a:defRPr>
      </a:lvl7pPr>
      <a:lvl8pPr marL="3429000" indent="-228600" algn="l" rtl="0" fontAlgn="base">
        <a:spcBef>
          <a:spcPct val="20000"/>
        </a:spcBef>
        <a:spcAft>
          <a:spcPct val="0"/>
        </a:spcAft>
        <a:buFont typeface="Times New Roman" pitchFamily="18" charset="0"/>
        <a:buChar char="–"/>
        <a:defRPr sz="2000">
          <a:solidFill>
            <a:schemeClr val="tx1"/>
          </a:solidFill>
          <a:latin typeface="+mn-lt"/>
        </a:defRPr>
      </a:lvl8pPr>
      <a:lvl9pPr marL="3886200" indent="-228600" algn="l" rtl="0" fontAlgn="base">
        <a:spcBef>
          <a:spcPct val="20000"/>
        </a:spcBef>
        <a:spcAft>
          <a:spcPct val="0"/>
        </a:spcAft>
        <a:buFont typeface="Times New Roman" pitchFamily="18" charset="0"/>
        <a:buChar char="–"/>
        <a:defRPr sz="2000">
          <a:solidFill>
            <a:schemeClr val="tx1"/>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rgbClr val="FF9933"/>
        </a:solidFill>
        <a:effectLst/>
      </p:bgPr>
    </p:bg>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2627313" y="2924175"/>
            <a:ext cx="5883275" cy="1325563"/>
          </a:xfrm>
        </p:spPr>
        <p:txBody>
          <a:bodyPr/>
          <a:lstStyle/>
          <a:p>
            <a:pPr eaLnBrk="1" hangingPunct="1">
              <a:defRPr/>
            </a:pPr>
            <a:r>
              <a:rPr lang="ru-RU" sz="6000" b="1" u="sng">
                <a:solidFill>
                  <a:srgbClr val="FFFF00"/>
                </a:solidFill>
                <a:effectLst>
                  <a:outerShdw blurRad="38100" dist="38100" dir="2700000" algn="tl">
                    <a:srgbClr val="000000"/>
                  </a:outerShdw>
                </a:effectLst>
              </a:rPr>
              <a:t>Лекция 14</a:t>
            </a:r>
          </a:p>
        </p:txBody>
      </p:sp>
    </p:spTree>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57346"/>
                                        </p:tgtEl>
                                        <p:attrNameLst>
                                          <p:attrName>style.visibility</p:attrName>
                                        </p:attrNameLst>
                                      </p:cBhvr>
                                      <p:to>
                                        <p:strVal val="visible"/>
                                      </p:to>
                                    </p:set>
                                    <p:anim calcmode="lin" valueType="num">
                                      <p:cBhvr>
                                        <p:cTn id="7" dur="1000" fill="hold"/>
                                        <p:tgtEl>
                                          <p:spTgt spid="57346"/>
                                        </p:tgtEl>
                                        <p:attrNameLst>
                                          <p:attrName>ppt_w</p:attrName>
                                        </p:attrNameLst>
                                      </p:cBhvr>
                                      <p:tavLst>
                                        <p:tav tm="0">
                                          <p:val>
                                            <p:strVal val="#ppt_w+.3"/>
                                          </p:val>
                                        </p:tav>
                                        <p:tav tm="100000">
                                          <p:val>
                                            <p:strVal val="#ppt_w"/>
                                          </p:val>
                                        </p:tav>
                                      </p:tavLst>
                                    </p:anim>
                                    <p:anim calcmode="lin" valueType="num">
                                      <p:cBhvr>
                                        <p:cTn id="8" dur="1000" fill="hold"/>
                                        <p:tgtEl>
                                          <p:spTgt spid="57346"/>
                                        </p:tgtEl>
                                        <p:attrNameLst>
                                          <p:attrName>ppt_h</p:attrName>
                                        </p:attrNameLst>
                                      </p:cBhvr>
                                      <p:tavLst>
                                        <p:tav tm="0">
                                          <p:val>
                                            <p:strVal val="#ppt_h"/>
                                          </p:val>
                                        </p:tav>
                                        <p:tav tm="100000">
                                          <p:val>
                                            <p:strVal val="#ppt_h"/>
                                          </p:val>
                                        </p:tav>
                                      </p:tavLst>
                                    </p:anim>
                                    <p:animEffect transition="in" filter="fade">
                                      <p:cBhvr>
                                        <p:cTn id="9" dur="1000"/>
                                        <p:tgtEl>
                                          <p:spTgt spid="57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0" y="3500438"/>
            <a:ext cx="9144000" cy="3097212"/>
          </a:xfrm>
        </p:spPr>
        <p:txBody>
          <a:bodyPr/>
          <a:lstStyle/>
          <a:p>
            <a:pPr eaLnBrk="1" hangingPunct="1"/>
            <a:r>
              <a:rPr lang="ru-RU" altLang="ru-RU" b="1" dirty="0">
                <a:solidFill>
                  <a:srgbClr val="CCFFFF"/>
                </a:solidFill>
              </a:rPr>
              <a:t>Деревья классификации и их свойства</a:t>
            </a:r>
            <a:r>
              <a:rPr lang="ru-RU" altLang="ru-RU" dirty="0"/>
              <a:t> </a:t>
            </a:r>
            <a:endParaRPr lang="ru-RU" altLang="ru-RU" b="1" dirty="0">
              <a:solidFill>
                <a:srgbClr val="CCFFFF"/>
              </a:solidFill>
            </a:endParaRPr>
          </a:p>
        </p:txBody>
      </p:sp>
    </p:spTree>
  </p:cSld>
  <p:clrMapOvr>
    <a:masterClrMapping/>
  </p:clrMapOvr>
  <p:transition>
    <p:comb/>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0" presetClass="entr" presetSubtype="0" fill="hold" grpId="0" nodeType="withEffect">
                                  <p:stCondLst>
                                    <p:cond delay="0"/>
                                  </p:stCondLst>
                                  <p:childTnLst>
                                    <p:set>
                                      <p:cBhvr>
                                        <p:cTn id="6" dur="1" fill="hold">
                                          <p:stCondLst>
                                            <p:cond delay="0"/>
                                          </p:stCondLst>
                                        </p:cTn>
                                        <p:tgtEl>
                                          <p:spTgt spid="58370"/>
                                        </p:tgtEl>
                                        <p:attrNameLst>
                                          <p:attrName>style.visibility</p:attrName>
                                        </p:attrNameLst>
                                      </p:cBhvr>
                                      <p:to>
                                        <p:strVal val="visible"/>
                                      </p:to>
                                    </p:set>
                                    <p:animEffect transition="in" filter="fade">
                                      <p:cBhvr>
                                        <p:cTn id="7" dur="800" decel="100000"/>
                                        <p:tgtEl>
                                          <p:spTgt spid="58370"/>
                                        </p:tgtEl>
                                      </p:cBhvr>
                                    </p:animEffect>
                                    <p:anim calcmode="lin" valueType="num">
                                      <p:cBhvr>
                                        <p:cTn id="8" dur="800" decel="100000" fill="hold"/>
                                        <p:tgtEl>
                                          <p:spTgt spid="58370"/>
                                        </p:tgtEl>
                                        <p:attrNameLst>
                                          <p:attrName>style.rotation</p:attrName>
                                        </p:attrNameLst>
                                      </p:cBhvr>
                                      <p:tavLst>
                                        <p:tav tm="0">
                                          <p:val>
                                            <p:fltVal val="-90"/>
                                          </p:val>
                                        </p:tav>
                                        <p:tav tm="100000">
                                          <p:val>
                                            <p:fltVal val="0"/>
                                          </p:val>
                                        </p:tav>
                                      </p:tavLst>
                                    </p:anim>
                                    <p:anim calcmode="lin" valueType="num">
                                      <p:cBhvr>
                                        <p:cTn id="9" dur="800" decel="100000" fill="hold"/>
                                        <p:tgtEl>
                                          <p:spTgt spid="58370"/>
                                        </p:tgtEl>
                                        <p:attrNameLst>
                                          <p:attrName>ppt_x</p:attrName>
                                        </p:attrNameLst>
                                      </p:cBhvr>
                                      <p:tavLst>
                                        <p:tav tm="0">
                                          <p:val>
                                            <p:strVal val="#ppt_x+0.4"/>
                                          </p:val>
                                        </p:tav>
                                        <p:tav tm="100000">
                                          <p:val>
                                            <p:strVal val="#ppt_x-0.05"/>
                                          </p:val>
                                        </p:tav>
                                      </p:tavLst>
                                    </p:anim>
                                    <p:anim calcmode="lin" valueType="num">
                                      <p:cBhvr>
                                        <p:cTn id="10" dur="800" decel="100000" fill="hold"/>
                                        <p:tgtEl>
                                          <p:spTgt spid="58370"/>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58370"/>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58370"/>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body" idx="1"/>
          </p:nvPr>
        </p:nvSpPr>
        <p:spPr>
          <a:xfrm>
            <a:off x="0" y="188913"/>
            <a:ext cx="8964613" cy="6480175"/>
          </a:xfrm>
        </p:spPr>
        <p:txBody>
          <a:bodyPr/>
          <a:lstStyle/>
          <a:p>
            <a:pPr algn="just" eaLnBrk="1" hangingPunct="1">
              <a:lnSpc>
                <a:spcPct val="90000"/>
              </a:lnSpc>
              <a:spcBef>
                <a:spcPct val="0"/>
              </a:spcBef>
              <a:buFontTx/>
              <a:buNone/>
            </a:pPr>
            <a:r>
              <a:rPr lang="ru-RU" altLang="ru-RU" sz="2400" dirty="0"/>
              <a:t>        </a:t>
            </a:r>
            <a:r>
              <a:rPr lang="ru-RU" altLang="ru-RU" sz="2000" dirty="0"/>
              <a:t>Деревья классификации – это метод, позволяющий предсказывать принадлежность наблюдений или объектов к тому или иному классу категориальной зависимой переменной в зависимости от соответствующих значений одной или нескольких независимых (предикторных) переменных. Чтобы понять основную идею данного метода, рассмотрим пример. Представим, что нужно придумать устройство, которое отсортирует коллекцию монет по их достоинству (например, 1, 2, 3 и 5 к.). Предположим, что какое-то измерение монет, например диаметр, известно и поэтому может быть использовано для построения иерархического устройства сортировки монет. Заставим монеты катиться по узкому желобу, в котором прорезана щель размером с однокопеечную монету. Если монета провалилась в щель, то это 1 к.; в противном случае она продолжает катиться дальше по желобу и натыкается на щель для двухкопеечной монеты; если она туда провалится, то это 2 к., если нет – значит, это 3 или 5 к., и т.д. Таким образом, построено дерево классификации. Решающее правило, реализованное в этом дереве классификации, позволяет эффективно рассортировать горсть монет. </a:t>
            </a:r>
          </a:p>
          <a:p>
            <a:pPr algn="just" eaLnBrk="1" hangingPunct="1">
              <a:lnSpc>
                <a:spcPct val="90000"/>
              </a:lnSpc>
              <a:spcBef>
                <a:spcPct val="0"/>
              </a:spcBef>
              <a:buFontTx/>
              <a:buNone/>
            </a:pPr>
            <a:r>
              <a:rPr lang="ru-RU" altLang="ru-RU" sz="2000" dirty="0"/>
              <a:t>      </a:t>
            </a:r>
          </a:p>
          <a:p>
            <a:pPr algn="just" eaLnBrk="1" hangingPunct="1">
              <a:lnSpc>
                <a:spcPct val="90000"/>
              </a:lnSpc>
              <a:spcBef>
                <a:spcPct val="0"/>
              </a:spcBef>
              <a:buFontTx/>
              <a:buNone/>
            </a:pPr>
            <a:r>
              <a:rPr lang="ru-RU" altLang="ru-RU" sz="2000" dirty="0"/>
              <a:t>         В модуле </a:t>
            </a:r>
            <a:r>
              <a:rPr lang="en-US" altLang="ru-RU" sz="2000" b="1" dirty="0"/>
              <a:t>Classification Trees</a:t>
            </a:r>
            <a:r>
              <a:rPr lang="en-US" altLang="ru-RU" sz="2000" dirty="0"/>
              <a:t> </a:t>
            </a:r>
            <a:r>
              <a:rPr lang="ru-RU" altLang="ru-RU" sz="2000" dirty="0"/>
              <a:t>программы </a:t>
            </a:r>
            <a:r>
              <a:rPr lang="en-US" altLang="ru-RU" sz="2000" i="1" dirty="0"/>
              <a:t>STATISTICA</a:t>
            </a:r>
            <a:r>
              <a:rPr lang="ru-RU" altLang="ru-RU" sz="2000" dirty="0"/>
              <a:t> реализованы методы построения </a:t>
            </a:r>
            <a:r>
              <a:rPr lang="ru-RU" altLang="ru-RU" sz="2000" b="1" dirty="0"/>
              <a:t>бинарных</a:t>
            </a:r>
            <a:r>
              <a:rPr lang="ru-RU" altLang="ru-RU" sz="2000" dirty="0"/>
              <a:t> деревьев классификации,    основанных на ветвлении по одной предикторной переменной. </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body" idx="1"/>
          </p:nvPr>
        </p:nvSpPr>
        <p:spPr>
          <a:xfrm>
            <a:off x="179512" y="260648"/>
            <a:ext cx="8785101" cy="5112568"/>
          </a:xfrm>
        </p:spPr>
        <p:txBody>
          <a:bodyPr/>
          <a:lstStyle/>
          <a:p>
            <a:pPr algn="just" eaLnBrk="1" hangingPunct="1">
              <a:lnSpc>
                <a:spcPct val="80000"/>
              </a:lnSpc>
              <a:spcBef>
                <a:spcPct val="0"/>
              </a:spcBef>
              <a:buFontTx/>
              <a:buNone/>
            </a:pPr>
            <a:r>
              <a:rPr lang="ru-RU" altLang="ru-RU" sz="2400" dirty="0"/>
              <a:t>          </a:t>
            </a:r>
            <a:r>
              <a:rPr lang="ru-RU" altLang="ru-RU" sz="2000" dirty="0"/>
              <a:t>Способность деревьев классификации выполнять одномерное ветвление с предикторными переменными различных типов (категориальных,  порядковых, интервальных) дает возможность анализировать вклады отдельных переменных в процедуру классификации. Из сказанного следует что деревья классификации – это непараметрический метод классификации с учителем.</a:t>
            </a:r>
          </a:p>
          <a:p>
            <a:pPr algn="just" eaLnBrk="1" hangingPunct="1">
              <a:lnSpc>
                <a:spcPct val="80000"/>
              </a:lnSpc>
              <a:spcBef>
                <a:spcPct val="0"/>
              </a:spcBef>
              <a:buFontTx/>
              <a:buNone/>
            </a:pPr>
            <a:r>
              <a:rPr lang="ru-RU" altLang="ru-RU" sz="2000" dirty="0"/>
              <a:t>         Деревья классификации могут быть, а иногда и бывают, очень сложными. Однако использование специальных графических процедур позволяет упростить интерпретацию результатов даже для очень сложных деревьев.        </a:t>
            </a:r>
          </a:p>
          <a:p>
            <a:pPr algn="just" eaLnBrk="1" hangingPunct="1">
              <a:lnSpc>
                <a:spcPct val="80000"/>
              </a:lnSpc>
              <a:spcBef>
                <a:spcPct val="0"/>
              </a:spcBef>
              <a:buFontTx/>
              <a:buNone/>
            </a:pPr>
            <a:r>
              <a:rPr lang="ru-RU" altLang="ru-RU" sz="2000" dirty="0"/>
              <a:t>        Широкая сфера применимости деревьев классификации делает их весьма привлекательным инструментом анализа данных, но не следует поэтому полагать, что его рекомендуется использовать вместо традиционных методов статистики. </a:t>
            </a:r>
          </a:p>
          <a:p>
            <a:pPr algn="just" eaLnBrk="1" hangingPunct="1">
              <a:lnSpc>
                <a:spcPct val="80000"/>
              </a:lnSpc>
              <a:spcBef>
                <a:spcPct val="0"/>
              </a:spcBef>
              <a:buFontTx/>
              <a:buNone/>
            </a:pPr>
            <a:r>
              <a:rPr lang="ru-RU" altLang="ru-RU" sz="2000" dirty="0"/>
              <a:t>         Напротив, если </a:t>
            </a:r>
            <a:r>
              <a:rPr lang="ru-RU" altLang="ru-RU" sz="2000" b="1" dirty="0"/>
              <a:t>выполнены более строгие теоретические предположения</a:t>
            </a:r>
            <a:r>
              <a:rPr lang="ru-RU" altLang="ru-RU" sz="2000" dirty="0"/>
              <a:t>, налагаемые традиционными методами, и выборочное распределение обладает некоторыми специальными свойствами (например, соответствие распределения переменных нормальному закону), то возможно, что более результативным будет использование традиционных методов, в частности ДА. </a:t>
            </a:r>
          </a:p>
          <a:p>
            <a:pPr algn="just" eaLnBrk="1" hangingPunct="1">
              <a:lnSpc>
                <a:spcPct val="80000"/>
              </a:lnSpc>
              <a:spcBef>
                <a:spcPct val="0"/>
              </a:spcBef>
              <a:buFontTx/>
              <a:buNone/>
            </a:pPr>
            <a:endParaRPr lang="ru-RU" altLang="ru-RU" sz="2000" dirty="0"/>
          </a:p>
          <a:p>
            <a:pPr algn="just" eaLnBrk="1" hangingPunct="1">
              <a:lnSpc>
                <a:spcPct val="80000"/>
              </a:lnSpc>
              <a:spcBef>
                <a:spcPct val="0"/>
              </a:spcBef>
              <a:buFontTx/>
              <a:buNone/>
            </a:pPr>
            <a:endParaRPr lang="ru-RU" altLang="ru-RU" sz="2400" dirty="0"/>
          </a:p>
          <a:p>
            <a:pPr algn="just" eaLnBrk="1" hangingPunct="1">
              <a:lnSpc>
                <a:spcPct val="80000"/>
              </a:lnSpc>
              <a:spcBef>
                <a:spcPct val="0"/>
              </a:spcBef>
              <a:buFontTx/>
              <a:buNone/>
            </a:pPr>
            <a:r>
              <a:rPr lang="ru-RU" altLang="ru-RU" sz="2400" dirty="0"/>
              <a:t> </a:t>
            </a:r>
          </a:p>
          <a:p>
            <a:pPr algn="just" eaLnBrk="1" hangingPunct="1">
              <a:lnSpc>
                <a:spcPct val="80000"/>
              </a:lnSpc>
              <a:spcBef>
                <a:spcPct val="0"/>
              </a:spcBef>
            </a:pPr>
            <a:endParaRPr lang="ru-RU" altLang="ru-RU" sz="2400"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188640"/>
            <a:ext cx="8568952" cy="3170099"/>
          </a:xfrm>
          <a:prstGeom prst="rect">
            <a:avLst/>
          </a:prstGeom>
        </p:spPr>
        <p:txBody>
          <a:bodyPr wrap="square">
            <a:spAutoFit/>
          </a:bodyPr>
          <a:lstStyle/>
          <a:p>
            <a:pPr algn="just"/>
            <a:r>
              <a:rPr lang="ru-RU" altLang="ru-RU" sz="2000" dirty="0"/>
              <a:t>Для демонстрации работы модуля обратимся к библиотеке </a:t>
            </a:r>
            <a:r>
              <a:rPr lang="en-US" altLang="ru-RU" sz="2000" b="1" dirty="0"/>
              <a:t>Example</a:t>
            </a:r>
            <a:r>
              <a:rPr lang="en-US" altLang="ru-RU" sz="2000" dirty="0"/>
              <a:t> </a:t>
            </a:r>
            <a:r>
              <a:rPr lang="ru-RU" altLang="ru-RU" sz="2000" dirty="0"/>
              <a:t>и выберем датасет </a:t>
            </a:r>
            <a:r>
              <a:rPr lang="en-US" altLang="ru-RU" sz="2000" b="1" dirty="0"/>
              <a:t>Barotrop</a:t>
            </a:r>
            <a:r>
              <a:rPr lang="ru-RU" altLang="ru-RU" sz="2000" dirty="0"/>
              <a:t>, предусмотренным разработчиком для изучения работы с модулем. В таблице приведены 37 ураганов двух типов – тропических – </a:t>
            </a:r>
            <a:r>
              <a:rPr lang="en-US" altLang="ru-RU" sz="2000" b="1" dirty="0"/>
              <a:t>Trop</a:t>
            </a:r>
            <a:r>
              <a:rPr lang="ru-RU" altLang="ru-RU" sz="2000" b="1" dirty="0"/>
              <a:t> </a:t>
            </a:r>
            <a:r>
              <a:rPr lang="ru-RU" altLang="ru-RU" sz="2000" dirty="0"/>
              <a:t>(18</a:t>
            </a:r>
            <a:r>
              <a:rPr lang="en-US" altLang="ru-RU" sz="2000" dirty="0"/>
              <a:t>) </a:t>
            </a:r>
            <a:r>
              <a:rPr lang="ru-RU" altLang="ru-RU" sz="2000" dirty="0"/>
              <a:t>и не тропических </a:t>
            </a:r>
            <a:r>
              <a:rPr lang="ru-RU" altLang="ru-RU" sz="2000" b="1" dirty="0"/>
              <a:t>– </a:t>
            </a:r>
            <a:r>
              <a:rPr lang="en-US" altLang="ru-RU" sz="2000" b="1" dirty="0"/>
              <a:t>Baro</a:t>
            </a:r>
            <a:r>
              <a:rPr lang="ru-RU" altLang="ru-RU" sz="2000" b="1" dirty="0"/>
              <a:t> </a:t>
            </a:r>
            <a:r>
              <a:rPr lang="ru-RU" altLang="ru-RU" sz="2000" dirty="0"/>
              <a:t>(19), характеризуемых только 2 количественными признаками, представляющими долготу и широту места зарождения урагана. Поэтому группирующая переменная имеет только 2 значения – </a:t>
            </a:r>
            <a:r>
              <a:rPr lang="en-US" altLang="ru-RU" sz="2000" b="1" dirty="0"/>
              <a:t>Trop</a:t>
            </a:r>
            <a:r>
              <a:rPr lang="ru-RU" altLang="ru-RU" sz="2000" dirty="0"/>
              <a:t>, если ураган образовался в тропиках и </a:t>
            </a:r>
            <a:r>
              <a:rPr lang="en-US" altLang="ru-RU" sz="2000" b="1" dirty="0"/>
              <a:t>Baro</a:t>
            </a:r>
            <a:r>
              <a:rPr lang="ru-RU" altLang="ru-RU" sz="2000" dirty="0"/>
              <a:t>, если не в тропиках. Наша задача методами деревьев классификации построить модель, которая позволит по долготе и широте зарождения урагана определить его тип.  Фрагмент таблицы приведен на рис.1</a:t>
            </a:r>
            <a:endParaRPr lang="ru-RU" sz="2000" dirty="0"/>
          </a:p>
        </p:txBody>
      </p:sp>
      <p:pic>
        <p:nvPicPr>
          <p:cNvPr id="101378" name="Picture 2"/>
          <p:cNvPicPr>
            <a:picLocks noChangeAspect="1" noChangeArrowheads="1"/>
          </p:cNvPicPr>
          <p:nvPr/>
        </p:nvPicPr>
        <p:blipFill>
          <a:blip r:embed="rId2" cstate="print"/>
          <a:srcRect/>
          <a:stretch>
            <a:fillRect/>
          </a:stretch>
        </p:blipFill>
        <p:spPr bwMode="auto">
          <a:xfrm>
            <a:off x="2987824" y="3359660"/>
            <a:ext cx="3755637" cy="3199246"/>
          </a:xfrm>
          <a:prstGeom prst="rect">
            <a:avLst/>
          </a:prstGeom>
          <a:noFill/>
          <a:ln w="9525">
            <a:noFill/>
            <a:miter lim="800000"/>
            <a:headEnd/>
            <a:tailEnd/>
          </a:ln>
        </p:spPr>
      </p:pic>
      <p:sp>
        <p:nvSpPr>
          <p:cNvPr id="6" name="Text Box 3"/>
          <p:cNvSpPr txBox="1">
            <a:spLocks noChangeArrowheads="1"/>
          </p:cNvSpPr>
          <p:nvPr/>
        </p:nvSpPr>
        <p:spPr bwMode="auto">
          <a:xfrm>
            <a:off x="6876256" y="6165304"/>
            <a:ext cx="1008063" cy="400110"/>
          </a:xfrm>
          <a:prstGeom prst="rect">
            <a:avLst/>
          </a:prstGeom>
          <a:noFill/>
          <a:ln w="9525">
            <a:noFill/>
            <a:miter lim="800000"/>
            <a:headEnd/>
            <a:tailEnd/>
          </a:ln>
        </p:spPr>
        <p:txBody>
          <a:bodyPr>
            <a:spAutoFit/>
          </a:bodyPr>
          <a:lstStyle/>
          <a:p>
            <a:pPr eaLnBrk="1" hangingPunct="1">
              <a:spcBef>
                <a:spcPct val="50000"/>
              </a:spcBef>
            </a:pPr>
            <a:r>
              <a:rPr lang="ru-RU" altLang="ru-RU" sz="2000" dirty="0"/>
              <a:t>Рис. 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2"/>
          <p:cNvPicPr>
            <a:picLocks noChangeAspect="1" noChangeArrowheads="1"/>
          </p:cNvPicPr>
          <p:nvPr/>
        </p:nvPicPr>
        <p:blipFill>
          <a:blip r:embed="rId2" cstate="print"/>
          <a:srcRect/>
          <a:stretch>
            <a:fillRect/>
          </a:stretch>
        </p:blipFill>
        <p:spPr bwMode="auto">
          <a:xfrm>
            <a:off x="1043608" y="1052736"/>
            <a:ext cx="6154234" cy="4134063"/>
          </a:xfrm>
          <a:prstGeom prst="rect">
            <a:avLst/>
          </a:prstGeom>
          <a:noFill/>
          <a:ln w="9525">
            <a:noFill/>
            <a:miter lim="800000"/>
            <a:headEnd/>
            <a:tailEnd/>
          </a:ln>
        </p:spPr>
      </p:pic>
      <p:sp>
        <p:nvSpPr>
          <p:cNvPr id="3" name="Text Box 3"/>
          <p:cNvSpPr txBox="1">
            <a:spLocks noChangeArrowheads="1"/>
          </p:cNvSpPr>
          <p:nvPr/>
        </p:nvSpPr>
        <p:spPr bwMode="auto">
          <a:xfrm>
            <a:off x="3563888" y="5157192"/>
            <a:ext cx="1008063" cy="400110"/>
          </a:xfrm>
          <a:prstGeom prst="rect">
            <a:avLst/>
          </a:prstGeom>
          <a:noFill/>
          <a:ln w="9525">
            <a:noFill/>
            <a:miter lim="800000"/>
            <a:headEnd/>
            <a:tailEnd/>
          </a:ln>
        </p:spPr>
        <p:txBody>
          <a:bodyPr>
            <a:spAutoFit/>
          </a:bodyPr>
          <a:lstStyle/>
          <a:p>
            <a:pPr eaLnBrk="1" hangingPunct="1">
              <a:spcBef>
                <a:spcPct val="50000"/>
              </a:spcBef>
            </a:pPr>
            <a:r>
              <a:rPr lang="ru-RU" altLang="ru-RU" sz="2000" dirty="0"/>
              <a:t>Рис. 2</a:t>
            </a:r>
          </a:p>
        </p:txBody>
      </p:sp>
      <p:sp>
        <p:nvSpPr>
          <p:cNvPr id="4" name="Прямоугольник 3"/>
          <p:cNvSpPr/>
          <p:nvPr/>
        </p:nvSpPr>
        <p:spPr>
          <a:xfrm>
            <a:off x="179512" y="188640"/>
            <a:ext cx="8568952" cy="707886"/>
          </a:xfrm>
          <a:prstGeom prst="rect">
            <a:avLst/>
          </a:prstGeom>
        </p:spPr>
        <p:txBody>
          <a:bodyPr wrap="square">
            <a:spAutoFit/>
          </a:bodyPr>
          <a:lstStyle/>
          <a:p>
            <a:pPr algn="just"/>
            <a:r>
              <a:rPr lang="ru-RU" altLang="ru-RU" sz="2000" dirty="0"/>
              <a:t>На рис.2 показано расположение модуля </a:t>
            </a:r>
            <a:r>
              <a:rPr lang="ru-RU" altLang="ru-RU" sz="2000" b="1" dirty="0"/>
              <a:t>Деревья классификации </a:t>
            </a:r>
            <a:r>
              <a:rPr lang="ru-RU" altLang="ru-RU" sz="2000" dirty="0"/>
              <a:t>и путь к нему </a:t>
            </a:r>
            <a:endParaRPr lang="ru-RU"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Picture 2"/>
          <p:cNvPicPr>
            <a:picLocks noChangeAspect="1" noChangeArrowheads="1"/>
          </p:cNvPicPr>
          <p:nvPr/>
        </p:nvPicPr>
        <p:blipFill>
          <a:blip r:embed="rId2" cstate="print"/>
          <a:srcRect/>
          <a:stretch>
            <a:fillRect/>
          </a:stretch>
        </p:blipFill>
        <p:spPr bwMode="auto">
          <a:xfrm>
            <a:off x="1691680" y="2564904"/>
            <a:ext cx="5544616" cy="2644228"/>
          </a:xfrm>
          <a:prstGeom prst="rect">
            <a:avLst/>
          </a:prstGeom>
          <a:noFill/>
          <a:ln w="9525">
            <a:noFill/>
            <a:miter lim="800000"/>
            <a:headEnd/>
            <a:tailEnd/>
          </a:ln>
        </p:spPr>
      </p:pic>
      <p:sp>
        <p:nvSpPr>
          <p:cNvPr id="4" name="Прямоугольник 3"/>
          <p:cNvSpPr/>
          <p:nvPr/>
        </p:nvSpPr>
        <p:spPr>
          <a:xfrm>
            <a:off x="251520" y="5229200"/>
            <a:ext cx="8568952" cy="1477328"/>
          </a:xfrm>
          <a:prstGeom prst="rect">
            <a:avLst/>
          </a:prstGeom>
        </p:spPr>
        <p:txBody>
          <a:bodyPr wrap="square">
            <a:spAutoFit/>
          </a:bodyPr>
          <a:lstStyle/>
          <a:p>
            <a:pPr algn="just"/>
            <a:r>
              <a:rPr lang="ru-RU" altLang="ru-RU" sz="1800" dirty="0"/>
              <a:t>     После открытия модуля перейдем на вкладку </a:t>
            </a:r>
            <a:r>
              <a:rPr lang="ru-RU" altLang="ru-RU" sz="1800" b="1" dirty="0"/>
              <a:t>Дополнительно</a:t>
            </a:r>
            <a:r>
              <a:rPr lang="ru-RU" altLang="ru-RU" sz="1800" i="1" dirty="0"/>
              <a:t> </a:t>
            </a:r>
            <a:r>
              <a:rPr lang="ru-RU" altLang="ru-RU" sz="1800" dirty="0"/>
              <a:t>(рис.3) и воспользовавшись кнопкой </a:t>
            </a:r>
            <a:r>
              <a:rPr lang="ru-RU" altLang="ru-RU" sz="1800" b="1" dirty="0"/>
              <a:t>Переменные </a:t>
            </a:r>
            <a:r>
              <a:rPr lang="ru-RU" altLang="ru-RU" sz="1800" dirty="0"/>
              <a:t>в соответствующих полях укажем группирующую переменную и предикторы (рис.4).  Последнее поля окна выбора переменных предусмотрено для указания переменной </a:t>
            </a:r>
            <a:r>
              <a:rPr lang="ru-RU" altLang="ru-RU" sz="1800" b="1" dirty="0"/>
              <a:t>Идентификатора</a:t>
            </a:r>
            <a:r>
              <a:rPr lang="ru-RU" altLang="ru-RU" sz="1800" dirty="0"/>
              <a:t> обучающей и тестовой выборки, которая в данном датасет не предусмотрена! </a:t>
            </a:r>
            <a:endParaRPr lang="ru-RU" sz="1800" dirty="0"/>
          </a:p>
        </p:txBody>
      </p:sp>
      <p:sp>
        <p:nvSpPr>
          <p:cNvPr id="5" name="Text Box 3"/>
          <p:cNvSpPr txBox="1">
            <a:spLocks noChangeArrowheads="1"/>
          </p:cNvSpPr>
          <p:nvPr/>
        </p:nvSpPr>
        <p:spPr bwMode="auto">
          <a:xfrm>
            <a:off x="7236296" y="1988840"/>
            <a:ext cx="1008063" cy="400110"/>
          </a:xfrm>
          <a:prstGeom prst="rect">
            <a:avLst/>
          </a:prstGeom>
          <a:noFill/>
          <a:ln w="9525">
            <a:noFill/>
            <a:miter lim="800000"/>
            <a:headEnd/>
            <a:tailEnd/>
          </a:ln>
        </p:spPr>
        <p:txBody>
          <a:bodyPr>
            <a:spAutoFit/>
          </a:bodyPr>
          <a:lstStyle/>
          <a:p>
            <a:pPr eaLnBrk="1" hangingPunct="1">
              <a:spcBef>
                <a:spcPct val="50000"/>
              </a:spcBef>
            </a:pPr>
            <a:r>
              <a:rPr lang="ru-RU" altLang="ru-RU" sz="2000" dirty="0"/>
              <a:t>Рис. 3</a:t>
            </a:r>
          </a:p>
        </p:txBody>
      </p:sp>
      <p:pic>
        <p:nvPicPr>
          <p:cNvPr id="6" name="Picture 3"/>
          <p:cNvPicPr>
            <a:picLocks noChangeAspect="1" noChangeArrowheads="1"/>
          </p:cNvPicPr>
          <p:nvPr/>
        </p:nvPicPr>
        <p:blipFill>
          <a:blip r:embed="rId3" cstate="print"/>
          <a:srcRect/>
          <a:stretch>
            <a:fillRect/>
          </a:stretch>
        </p:blipFill>
        <p:spPr bwMode="auto">
          <a:xfrm>
            <a:off x="1835696" y="0"/>
            <a:ext cx="5400600" cy="2482468"/>
          </a:xfrm>
          <a:prstGeom prst="rect">
            <a:avLst/>
          </a:prstGeom>
          <a:noFill/>
          <a:ln w="9525">
            <a:noFill/>
            <a:miter lim="800000"/>
            <a:headEnd/>
            <a:tailEnd/>
          </a:ln>
        </p:spPr>
      </p:pic>
      <p:sp>
        <p:nvSpPr>
          <p:cNvPr id="7" name="Прямоугольник 6"/>
          <p:cNvSpPr/>
          <p:nvPr/>
        </p:nvSpPr>
        <p:spPr>
          <a:xfrm>
            <a:off x="7308304" y="4653136"/>
            <a:ext cx="771365" cy="400110"/>
          </a:xfrm>
          <a:prstGeom prst="rect">
            <a:avLst/>
          </a:prstGeom>
        </p:spPr>
        <p:txBody>
          <a:bodyPr wrap="none">
            <a:spAutoFit/>
          </a:bodyPr>
          <a:lstStyle/>
          <a:p>
            <a:r>
              <a:rPr lang="ru-RU" altLang="ru-RU" sz="2000" dirty="0"/>
              <a:t>Рис.4</a:t>
            </a:r>
            <a:endParaRPr lang="ru-RU"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body" idx="1"/>
          </p:nvPr>
        </p:nvSpPr>
        <p:spPr>
          <a:xfrm>
            <a:off x="179512" y="1124744"/>
            <a:ext cx="8640960" cy="4176464"/>
          </a:xfrm>
        </p:spPr>
        <p:txBody>
          <a:bodyPr/>
          <a:lstStyle/>
          <a:p>
            <a:pPr marL="0" indent="0" algn="just" eaLnBrk="1" hangingPunct="1">
              <a:lnSpc>
                <a:spcPct val="90000"/>
              </a:lnSpc>
              <a:spcBef>
                <a:spcPct val="0"/>
              </a:spcBef>
              <a:buFontTx/>
              <a:buNone/>
            </a:pPr>
            <a:r>
              <a:rPr lang="ru-RU" altLang="ru-RU" sz="2200" dirty="0"/>
              <a:t>      </a:t>
            </a:r>
            <a:r>
              <a:rPr lang="ru-RU" altLang="ru-RU" sz="2000" dirty="0"/>
              <a:t>Процесс вычисления (построения) дерева классификации состоит из четырех основных этапов:</a:t>
            </a:r>
          </a:p>
          <a:p>
            <a:pPr marL="0" indent="0" algn="just" eaLnBrk="1" hangingPunct="1">
              <a:lnSpc>
                <a:spcPct val="90000"/>
              </a:lnSpc>
              <a:spcBef>
                <a:spcPct val="0"/>
              </a:spcBef>
              <a:buFontTx/>
              <a:buNone/>
            </a:pPr>
            <a:r>
              <a:rPr lang="ru-RU" altLang="ru-RU" sz="2000" dirty="0"/>
              <a:t>      1. Выбор критерия точности прогноза.</a:t>
            </a:r>
          </a:p>
          <a:p>
            <a:pPr marL="0" indent="0" algn="just" eaLnBrk="1" hangingPunct="1">
              <a:lnSpc>
                <a:spcPct val="90000"/>
              </a:lnSpc>
              <a:spcBef>
                <a:spcPct val="0"/>
              </a:spcBef>
              <a:buFontTx/>
              <a:buNone/>
            </a:pPr>
            <a:r>
              <a:rPr lang="ru-RU" altLang="ru-RU" sz="2000" dirty="0"/>
              <a:t>      2. Выбор вариантов ветвления.</a:t>
            </a:r>
          </a:p>
          <a:p>
            <a:pPr marL="0" indent="0" algn="just" eaLnBrk="1" hangingPunct="1">
              <a:lnSpc>
                <a:spcPct val="90000"/>
              </a:lnSpc>
              <a:spcBef>
                <a:spcPct val="0"/>
              </a:spcBef>
              <a:buFontTx/>
              <a:buNone/>
            </a:pPr>
            <a:r>
              <a:rPr lang="ru-RU" altLang="ru-RU" sz="2000" dirty="0"/>
              <a:t>      3. Определение момента, когда дальнейшие ветвления следует прекратить и определение «подходящего размера» дерева.</a:t>
            </a:r>
          </a:p>
          <a:p>
            <a:pPr marL="0" indent="0" algn="just" eaLnBrk="1" hangingPunct="1">
              <a:lnSpc>
                <a:spcPct val="90000"/>
              </a:lnSpc>
              <a:spcBef>
                <a:spcPct val="0"/>
              </a:spcBef>
              <a:buFontTx/>
              <a:buNone/>
            </a:pPr>
            <a:r>
              <a:rPr lang="ru-RU" altLang="ru-RU" sz="2000" dirty="0"/>
              <a:t>      </a:t>
            </a:r>
          </a:p>
          <a:p>
            <a:pPr marL="0" indent="0" algn="just" eaLnBrk="1" hangingPunct="1">
              <a:lnSpc>
                <a:spcPct val="90000"/>
              </a:lnSpc>
              <a:spcBef>
                <a:spcPct val="0"/>
              </a:spcBef>
              <a:buFontTx/>
              <a:buNone/>
            </a:pPr>
            <a:r>
              <a:rPr lang="ru-RU" altLang="ru-RU" sz="2000" dirty="0"/>
              <a:t>      Рассмотрим </a:t>
            </a:r>
            <a:r>
              <a:rPr lang="ru-RU" altLang="ru-RU" sz="2000" b="1" dirty="0"/>
              <a:t>этап 1.</a:t>
            </a:r>
            <a:r>
              <a:rPr lang="ru-RU" altLang="ru-RU" sz="2000" dirty="0"/>
              <a:t> Цель анализа с помощью деревьев      классификации в конечном счете состоит в том, чтобы получить максимально точный прогноз. Наиболее точным прогнозом считается такой, который связан с наименьшей ценой. Под ценной классификации понимается </a:t>
            </a:r>
            <a:r>
              <a:rPr lang="ru-RU" altLang="ru-RU" sz="2000" b="1" dirty="0"/>
              <a:t>доля неправильно классифицированных наблюдений</a:t>
            </a:r>
            <a:r>
              <a:rPr lang="ru-RU" altLang="ru-RU" sz="2000" dirty="0"/>
              <a:t>. Поэтому, как правило, самый лучший прогноз – такой, который дает наименьший процент неправильных классификаций, т.е. наименьшую цену.</a:t>
            </a:r>
          </a:p>
        </p:txBody>
      </p:sp>
      <p:sp>
        <p:nvSpPr>
          <p:cNvPr id="5" name="Прямоугольник 4"/>
          <p:cNvSpPr/>
          <p:nvPr/>
        </p:nvSpPr>
        <p:spPr>
          <a:xfrm>
            <a:off x="323528" y="404664"/>
            <a:ext cx="8568952" cy="707886"/>
          </a:xfrm>
          <a:prstGeom prst="rect">
            <a:avLst/>
          </a:prstGeom>
        </p:spPr>
        <p:txBody>
          <a:bodyPr wrap="square">
            <a:spAutoFit/>
          </a:bodyPr>
          <a:lstStyle/>
          <a:p>
            <a:pPr algn="just"/>
            <a:r>
              <a:rPr lang="ru-RU" altLang="ru-RU" sz="2000" dirty="0"/>
              <a:t>      В правой части окна рамка </a:t>
            </a:r>
            <a:r>
              <a:rPr lang="ru-RU" altLang="ru-RU" sz="2000" b="1" dirty="0"/>
              <a:t>Коды для выборок </a:t>
            </a:r>
            <a:r>
              <a:rPr lang="ru-RU" altLang="ru-RU" sz="2000" dirty="0"/>
              <a:t>не активна, так как отсутствует переменная идентификатор выборок. </a:t>
            </a:r>
            <a:endParaRPr lang="ru-RU" sz="2000"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body" idx="1"/>
          </p:nvPr>
        </p:nvSpPr>
        <p:spPr>
          <a:xfrm>
            <a:off x="179512" y="188913"/>
            <a:ext cx="8785101" cy="1799927"/>
          </a:xfrm>
        </p:spPr>
        <p:txBody>
          <a:bodyPr/>
          <a:lstStyle/>
          <a:p>
            <a:pPr marL="0" indent="0" algn="just" eaLnBrk="1" hangingPunct="1">
              <a:lnSpc>
                <a:spcPct val="90000"/>
              </a:lnSpc>
              <a:spcBef>
                <a:spcPct val="0"/>
              </a:spcBef>
              <a:buFontTx/>
              <a:buNone/>
              <a:defRPr/>
            </a:pPr>
            <a:r>
              <a:rPr lang="ru-RU" sz="2400" dirty="0"/>
              <a:t>  </a:t>
            </a:r>
            <a:r>
              <a:rPr lang="ru-RU" sz="2000" dirty="0"/>
              <a:t>Цену </a:t>
            </a:r>
            <a:r>
              <a:rPr lang="ru-RU" sz="2000" b="1" dirty="0"/>
              <a:t>классификации метода </a:t>
            </a:r>
            <a:r>
              <a:rPr lang="ru-RU" sz="2000" dirty="0"/>
              <a:t>не следует путать с ценной неправильной классификации объектов. В модуле предусмотрено два варианта задания цены отнесения объекта, принадлежащего одному классу, к какому-то другому классу.  Выборы этих вариантов задаются при помощи опций в рамке </a:t>
            </a:r>
            <a:r>
              <a:rPr lang="ru-RU" sz="2000" b="1" dirty="0"/>
              <a:t>Цены ошибок классификации </a:t>
            </a:r>
            <a:r>
              <a:rPr lang="ru-RU" sz="2000" dirty="0"/>
              <a:t>на вкладке </a:t>
            </a:r>
            <a:r>
              <a:rPr lang="ru-RU" sz="2000" b="1" dirty="0"/>
              <a:t>Методы (рис.5)</a:t>
            </a:r>
            <a:r>
              <a:rPr lang="ru-RU" sz="2000" dirty="0"/>
              <a:t>. </a:t>
            </a:r>
          </a:p>
          <a:p>
            <a:pPr marL="0" indent="0" algn="just" eaLnBrk="1" hangingPunct="1">
              <a:lnSpc>
                <a:spcPct val="80000"/>
              </a:lnSpc>
              <a:spcBef>
                <a:spcPct val="0"/>
              </a:spcBef>
              <a:buFontTx/>
              <a:buNone/>
              <a:defRPr/>
            </a:pPr>
            <a:r>
              <a:rPr lang="ru-RU" sz="2000" dirty="0"/>
              <a:t>  </a:t>
            </a:r>
          </a:p>
          <a:p>
            <a:pPr algn="just" eaLnBrk="1" hangingPunct="1">
              <a:lnSpc>
                <a:spcPct val="90000"/>
              </a:lnSpc>
              <a:spcBef>
                <a:spcPct val="0"/>
              </a:spcBef>
              <a:buFontTx/>
              <a:buNone/>
              <a:defRPr/>
            </a:pPr>
            <a:endParaRPr lang="ru-RU" sz="2400" dirty="0"/>
          </a:p>
        </p:txBody>
      </p:sp>
      <p:pic>
        <p:nvPicPr>
          <p:cNvPr id="3" name="Picture 4"/>
          <p:cNvPicPr>
            <a:picLocks noChangeAspect="1" noChangeArrowheads="1"/>
          </p:cNvPicPr>
          <p:nvPr/>
        </p:nvPicPr>
        <p:blipFill>
          <a:blip r:embed="rId2" cstate="print"/>
          <a:srcRect/>
          <a:stretch>
            <a:fillRect/>
          </a:stretch>
        </p:blipFill>
        <p:spPr bwMode="auto">
          <a:xfrm>
            <a:off x="827584" y="1916832"/>
            <a:ext cx="7912590" cy="3672408"/>
          </a:xfrm>
          <a:prstGeom prst="rect">
            <a:avLst/>
          </a:prstGeom>
          <a:noFill/>
          <a:ln w="9525">
            <a:noFill/>
            <a:miter lim="800000"/>
            <a:headEnd/>
            <a:tailEnd/>
          </a:ln>
        </p:spPr>
      </p:pic>
      <p:sp>
        <p:nvSpPr>
          <p:cNvPr id="4" name="Text Box 3"/>
          <p:cNvSpPr txBox="1">
            <a:spLocks noChangeArrowheads="1"/>
          </p:cNvSpPr>
          <p:nvPr/>
        </p:nvSpPr>
        <p:spPr bwMode="auto">
          <a:xfrm>
            <a:off x="3923928" y="5517232"/>
            <a:ext cx="1008063" cy="400110"/>
          </a:xfrm>
          <a:prstGeom prst="rect">
            <a:avLst/>
          </a:prstGeom>
          <a:noFill/>
          <a:ln w="9525">
            <a:noFill/>
            <a:miter lim="800000"/>
            <a:headEnd/>
            <a:tailEnd/>
          </a:ln>
        </p:spPr>
        <p:txBody>
          <a:bodyPr>
            <a:spAutoFit/>
          </a:bodyPr>
          <a:lstStyle/>
          <a:p>
            <a:pPr eaLnBrk="1" hangingPunct="1">
              <a:spcBef>
                <a:spcPct val="50000"/>
              </a:spcBef>
            </a:pPr>
            <a:r>
              <a:rPr lang="ru-RU" altLang="ru-RU" sz="2000" dirty="0"/>
              <a:t>Рис. 5</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Прямоугольник 5"/>
          <p:cNvSpPr/>
          <p:nvPr/>
        </p:nvSpPr>
        <p:spPr>
          <a:xfrm>
            <a:off x="395536" y="404664"/>
            <a:ext cx="8424936" cy="4770537"/>
          </a:xfrm>
          <a:prstGeom prst="rect">
            <a:avLst/>
          </a:prstGeom>
        </p:spPr>
        <p:txBody>
          <a:bodyPr wrap="square">
            <a:spAutoFit/>
          </a:bodyPr>
          <a:lstStyle/>
          <a:p>
            <a:pPr algn="just" eaLnBrk="1" hangingPunct="1">
              <a:lnSpc>
                <a:spcPct val="80000"/>
              </a:lnSpc>
              <a:defRPr/>
            </a:pPr>
            <a:r>
              <a:rPr lang="ru-RU" sz="2000" dirty="0"/>
              <a:t>     В первом варианте, цены берутся одинаковые</a:t>
            </a:r>
            <a:r>
              <a:rPr lang="ru-RU" sz="2000" i="1" dirty="0"/>
              <a:t>.</a:t>
            </a:r>
            <a:r>
              <a:rPr lang="ru-RU" sz="2000" dirty="0"/>
              <a:t> Во втором варианте по причинам, не связанным с размерами классов, для одних классов требуется более точный прогноз, чем для других.  Например, если мы прогнозируем возможность летального исхода больных (да, нет), то для больных первой группы точный прогноз более важен, чем для больных второй группы. </a:t>
            </a:r>
          </a:p>
          <a:p>
            <a:pPr algn="just" eaLnBrk="1" hangingPunct="1">
              <a:lnSpc>
                <a:spcPct val="80000"/>
              </a:lnSpc>
              <a:defRPr/>
            </a:pPr>
            <a:r>
              <a:rPr lang="ru-RU" sz="2000" b="1" dirty="0"/>
              <a:t>     </a:t>
            </a:r>
            <a:r>
              <a:rPr lang="ru-RU" sz="2000" dirty="0"/>
              <a:t>К первому этапу, помимо цены ошибок классификации имеют отношение</a:t>
            </a:r>
            <a:r>
              <a:rPr lang="ru-RU" sz="2000" b="1" dirty="0"/>
              <a:t> Априорные вероятности, которые</a:t>
            </a:r>
            <a:r>
              <a:rPr lang="ru-RU" sz="2000" dirty="0"/>
              <a:t> показывают, насколько мы, не зная ничего о значениях предикторных переменных, считаем вероятным, что случайно выбранный объект будет принадлежать определенному классу.  Если различия между исходными частотами не считаются существенными или если мы знаем заранее, что классы содержат примерно одинаковое количество наблюдений, то можно взять </a:t>
            </a:r>
            <a:r>
              <a:rPr lang="ru-RU" sz="2000" b="1" dirty="0"/>
              <a:t>Равные </a:t>
            </a:r>
            <a:r>
              <a:rPr lang="ru-RU" sz="2000" dirty="0"/>
              <a:t>априорные вероятности.  </a:t>
            </a:r>
          </a:p>
          <a:p>
            <a:pPr algn="just" eaLnBrk="1" hangingPunct="1">
              <a:lnSpc>
                <a:spcPct val="80000"/>
              </a:lnSpc>
              <a:defRPr/>
            </a:pPr>
            <a:r>
              <a:rPr lang="ru-RU" sz="2000" dirty="0"/>
              <a:t>    В случаях, когда исходные частоты связаны с размерами классов, следует в качестве оценок для априорных вероятностей взять относительные размеры классов в выборке – </a:t>
            </a:r>
            <a:r>
              <a:rPr lang="ru-RU" sz="2000" b="1" dirty="0"/>
              <a:t>Оцениваемые</a:t>
            </a:r>
            <a:r>
              <a:rPr lang="ru-RU" sz="2000" i="1" dirty="0"/>
              <a:t>.</a:t>
            </a:r>
            <a:r>
              <a:rPr lang="ru-RU" sz="2000" dirty="0"/>
              <a:t>     </a:t>
            </a:r>
          </a:p>
          <a:p>
            <a:pPr algn="just" eaLnBrk="1" hangingPunct="1">
              <a:lnSpc>
                <a:spcPct val="80000"/>
              </a:lnSpc>
              <a:defRPr/>
            </a:pPr>
            <a:r>
              <a:rPr lang="ru-RU" sz="2000" dirty="0"/>
              <a:t>    Если на основании данных предыдущих исследований располагаем какой-то информацией об исходных частотах, то априорные вероятности нужно выбирать с учетом этой информации</a:t>
            </a:r>
            <a:r>
              <a:rPr lang="ru-RU" sz="2000" b="1" dirty="0"/>
              <a:t> – Пользовательские</a:t>
            </a:r>
            <a:r>
              <a:rPr lang="ru-RU" sz="2000" dirty="0"/>
              <a:t>. </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p:cNvSpPr>
            <a:spLocks noGrp="1" noChangeArrowheads="1"/>
          </p:cNvSpPr>
          <p:nvPr>
            <p:ph type="body" idx="1"/>
          </p:nvPr>
        </p:nvSpPr>
        <p:spPr>
          <a:xfrm>
            <a:off x="107504" y="188913"/>
            <a:ext cx="8857109" cy="6480175"/>
          </a:xfrm>
        </p:spPr>
        <p:txBody>
          <a:bodyPr/>
          <a:lstStyle/>
          <a:p>
            <a:pPr marL="0" indent="0" algn="just" eaLnBrk="1" hangingPunct="1">
              <a:lnSpc>
                <a:spcPct val="90000"/>
              </a:lnSpc>
              <a:spcBef>
                <a:spcPct val="0"/>
              </a:spcBef>
              <a:buFontTx/>
              <a:buNone/>
              <a:defRPr/>
            </a:pPr>
            <a:r>
              <a:rPr lang="ru-RU" sz="2000" dirty="0"/>
              <a:t>     </a:t>
            </a:r>
            <a:r>
              <a:rPr lang="ru-RU" sz="2000" b="1" dirty="0"/>
              <a:t>Этап 2</a:t>
            </a:r>
            <a:r>
              <a:rPr lang="ru-RU" sz="2000" dirty="0"/>
              <a:t> анализа с помощью деревьев классификации заключается в том, чтобы выбрать способ или тип ветвления по значениям предикторных переменных. В соответствии с иерархической природой деревьев классификации такие ветвления производятся последовательно, начиная с </a:t>
            </a:r>
            <a:r>
              <a:rPr lang="ru-RU" sz="2000" b="1" dirty="0"/>
              <a:t>корневой вершины</a:t>
            </a:r>
            <a:r>
              <a:rPr lang="ru-RU" sz="2000" dirty="0"/>
              <a:t>, затем переходят к </a:t>
            </a:r>
            <a:r>
              <a:rPr lang="ru-RU" sz="2000" b="1" dirty="0"/>
              <a:t>вершинам потомкам</a:t>
            </a:r>
            <a:r>
              <a:rPr lang="ru-RU" sz="2000" dirty="0"/>
              <a:t>, пока дальнейшее ветвление не прекратится и «неразветвленные» вершины потомки окажутся </a:t>
            </a:r>
            <a:r>
              <a:rPr lang="ru-RU" sz="2000" b="1" dirty="0"/>
              <a:t>терминальными</a:t>
            </a:r>
            <a:r>
              <a:rPr lang="ru-RU" sz="2000" dirty="0"/>
              <a:t>. Терминальные вершины (или, как их иногда называют, </a:t>
            </a:r>
            <a:r>
              <a:rPr lang="ru-RU" sz="2000" b="1" dirty="0"/>
              <a:t>листья</a:t>
            </a:r>
            <a:r>
              <a:rPr lang="ru-RU" sz="2000" dirty="0"/>
              <a:t>) – это узлы дерева, начиная с которых никакие решения больше не принимаются. На рисунках терминальные вершины показываются программой красными пунктирными линиями, а остальные – так называемые решающие вершины, или вершины ветвления, – сплошными черными линиями. Началом дерева считается самая верхняя решающая вершина, которую иногда также называют </a:t>
            </a:r>
            <a:r>
              <a:rPr lang="ru-RU" sz="2000" b="1" dirty="0"/>
              <a:t>корнем дерева</a:t>
            </a:r>
            <a:r>
              <a:rPr lang="ru-RU" sz="2000" dirty="0"/>
              <a:t>. </a:t>
            </a:r>
          </a:p>
          <a:p>
            <a:pPr marL="0" indent="0" algn="just" eaLnBrk="1" hangingPunct="1">
              <a:lnSpc>
                <a:spcPct val="90000"/>
              </a:lnSpc>
              <a:spcBef>
                <a:spcPct val="0"/>
              </a:spcBef>
              <a:buFontTx/>
              <a:buNone/>
              <a:defRPr/>
            </a:pPr>
            <a:r>
              <a:rPr lang="ru-RU" sz="2000" dirty="0"/>
              <a:t>     Различные типы ветвления (по сути это </a:t>
            </a:r>
            <a:r>
              <a:rPr lang="ru-RU" sz="2000" b="1" dirty="0"/>
              <a:t>алгоритмы ветвления</a:t>
            </a:r>
            <a:r>
              <a:rPr lang="ru-RU" sz="2000" dirty="0"/>
              <a:t>) реализованы в рамке </a:t>
            </a:r>
            <a:r>
              <a:rPr lang="ru-RU" sz="2000" b="1" dirty="0"/>
              <a:t>Тип ветвления </a:t>
            </a:r>
            <a:r>
              <a:rPr lang="ru-RU" sz="2000" dirty="0"/>
              <a:t>на этой же вкладке</a:t>
            </a:r>
            <a:r>
              <a:rPr lang="ru-RU" sz="2000" b="1" dirty="0"/>
              <a:t> Методы</a:t>
            </a:r>
            <a:r>
              <a:rPr lang="ru-RU" sz="2000" dirty="0"/>
              <a:t>. </a:t>
            </a:r>
          </a:p>
          <a:p>
            <a:pPr marL="0" indent="0" algn="just" eaLnBrk="1" hangingPunct="1">
              <a:lnSpc>
                <a:spcPct val="80000"/>
              </a:lnSpc>
              <a:spcBef>
                <a:spcPct val="0"/>
              </a:spcBef>
              <a:buFontTx/>
              <a:buNone/>
              <a:defRPr/>
            </a:pPr>
            <a:r>
              <a:rPr lang="ru-RU" sz="2000" b="1" dirty="0"/>
              <a:t>    Первый тип </a:t>
            </a:r>
            <a:r>
              <a:rPr lang="ru-RU" sz="2000" dirty="0"/>
              <a:t>– Дискриминантное одномерное ветвление – можно использовать для предикторных переменных, измеренных в различных шкалах: номинальной, порядковой, интервальной, в шкале отношений.  </a:t>
            </a:r>
          </a:p>
          <a:p>
            <a:pPr marL="0" indent="0" algn="just" eaLnBrk="1" hangingPunct="1">
              <a:lnSpc>
                <a:spcPct val="80000"/>
              </a:lnSpc>
              <a:spcBef>
                <a:spcPct val="0"/>
              </a:spcBef>
              <a:buFontTx/>
              <a:buNone/>
              <a:defRPr/>
            </a:pPr>
            <a:r>
              <a:rPr lang="ru-RU" sz="2000" b="1" dirty="0"/>
              <a:t>    Второй тип </a:t>
            </a:r>
            <a:r>
              <a:rPr lang="ru-RU" sz="2000" dirty="0"/>
              <a:t>дискриминантное многомерное ветвление по линейной комбинации требует, чтобы предикторы были измерены как минимум в интервальной шкале. </a:t>
            </a:r>
          </a:p>
          <a:p>
            <a:pPr marL="0" indent="0" algn="just" eaLnBrk="1" hangingPunct="1">
              <a:lnSpc>
                <a:spcPct val="80000"/>
              </a:lnSpc>
              <a:spcBef>
                <a:spcPct val="0"/>
              </a:spcBef>
              <a:buFontTx/>
              <a:buNone/>
              <a:defRPr/>
            </a:pPr>
            <a:r>
              <a:rPr lang="ru-RU" sz="2000" dirty="0"/>
              <a:t>   </a:t>
            </a:r>
            <a:r>
              <a:rPr lang="ru-RU" sz="2000" b="1" dirty="0"/>
              <a:t>Третий тип ветвления </a:t>
            </a:r>
            <a:r>
              <a:rPr lang="ru-RU" sz="2000" dirty="0"/>
              <a:t>– полный перебор для одномерных ветвлений (т.е. по одному предиктору) методом</a:t>
            </a:r>
            <a:r>
              <a:rPr lang="ru-RU" sz="2000" b="1" dirty="0"/>
              <a:t> </a:t>
            </a:r>
            <a:r>
              <a:rPr lang="ru-RU" sz="2000" i="1" dirty="0"/>
              <a:t>C</a:t>
            </a:r>
            <a:r>
              <a:rPr lang="en-US" sz="2000" i="1" dirty="0"/>
              <a:t>&amp;</a:t>
            </a:r>
            <a:r>
              <a:rPr lang="ru-RU" sz="2000" i="1" dirty="0"/>
              <a:t>RT</a:t>
            </a:r>
            <a:r>
              <a:rPr lang="ru-RU" sz="2000" dirty="0"/>
              <a:t>. Его, как и первый метод, можно использовать для всех типов предикторных переменных. </a:t>
            </a:r>
          </a:p>
          <a:p>
            <a:pPr marL="0" indent="0" algn="just" eaLnBrk="1" hangingPunct="1">
              <a:lnSpc>
                <a:spcPct val="80000"/>
              </a:lnSpc>
              <a:spcBef>
                <a:spcPct val="0"/>
              </a:spcBef>
              <a:buFontTx/>
              <a:buNone/>
              <a:defRPr/>
            </a:pPr>
            <a:endParaRPr lang="ru-RU" sz="2000" dirty="0"/>
          </a:p>
          <a:p>
            <a:pPr algn="just" eaLnBrk="1" hangingPunct="1">
              <a:lnSpc>
                <a:spcPct val="90000"/>
              </a:lnSpc>
              <a:spcBef>
                <a:spcPct val="0"/>
              </a:spcBef>
              <a:buFontTx/>
              <a:buNone/>
              <a:defRPr/>
            </a:pPr>
            <a:endParaRPr lang="ru-RU" sz="2000"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p:cNvSpPr>
            <a:spLocks noGrp="1" noChangeArrowheads="1"/>
          </p:cNvSpPr>
          <p:nvPr>
            <p:ph type="body" idx="1"/>
          </p:nvPr>
        </p:nvSpPr>
        <p:spPr>
          <a:xfrm>
            <a:off x="251520" y="188913"/>
            <a:ext cx="8713093" cy="6480447"/>
          </a:xfrm>
        </p:spPr>
        <p:txBody>
          <a:bodyPr/>
          <a:lstStyle/>
          <a:p>
            <a:pPr marL="0" indent="0" algn="just" eaLnBrk="1" hangingPunct="1">
              <a:spcBef>
                <a:spcPct val="0"/>
              </a:spcBef>
              <a:buFontTx/>
              <a:buNone/>
            </a:pPr>
            <a:r>
              <a:rPr lang="ru-RU" altLang="ru-RU" sz="2400" dirty="0"/>
              <a:t>     </a:t>
            </a:r>
            <a:r>
              <a:rPr lang="ru-RU" altLang="ru-RU" sz="2000" dirty="0"/>
              <a:t>После выбора 3-го метода активируется рамка </a:t>
            </a:r>
            <a:r>
              <a:rPr lang="en-US" altLang="ru-RU" sz="2000" b="1" dirty="0"/>
              <a:t>Goodness of fit </a:t>
            </a:r>
            <a:r>
              <a:rPr lang="ru-RU" altLang="ru-RU" sz="2000" dirty="0"/>
              <a:t>(рис. 1), где в качестве критерия согласия может быть выбрана одна из трех возможных мер:</a:t>
            </a:r>
            <a:r>
              <a:rPr lang="ru-RU" altLang="ru-RU" sz="2000" b="1" dirty="0"/>
              <a:t> мера Джини</a:t>
            </a:r>
            <a:r>
              <a:rPr lang="ru-RU" altLang="ru-RU" sz="2000" dirty="0"/>
              <a:t>, </a:t>
            </a:r>
            <a:r>
              <a:rPr lang="ru-RU" altLang="ru-RU" sz="2000" b="1" dirty="0"/>
              <a:t>Хи-квадрат</a:t>
            </a:r>
            <a:r>
              <a:rPr lang="en-US" altLang="ru-RU" sz="2000" b="1" dirty="0"/>
              <a:t> </a:t>
            </a:r>
            <a:r>
              <a:rPr lang="ru-RU" altLang="ru-RU" sz="2000" b="1" dirty="0"/>
              <a:t>(χ</a:t>
            </a:r>
            <a:r>
              <a:rPr lang="ru-RU" altLang="ru-RU" sz="2000" b="1" baseline="30000" dirty="0"/>
              <a:t>2</a:t>
            </a:r>
            <a:r>
              <a:rPr lang="ru-RU" altLang="ru-RU" sz="2000" b="1" dirty="0"/>
              <a:t>) и </a:t>
            </a:r>
            <a:r>
              <a:rPr lang="en-US" altLang="ru-RU" sz="2000" b="1" dirty="0"/>
              <a:t>G</a:t>
            </a:r>
            <a:r>
              <a:rPr lang="ru-RU" altLang="ru-RU" sz="2000" b="1" dirty="0"/>
              <a:t>–квадрат</a:t>
            </a:r>
            <a:r>
              <a:rPr lang="en-US" altLang="ru-RU" sz="2000" b="1" dirty="0"/>
              <a:t> </a:t>
            </a:r>
            <a:r>
              <a:rPr lang="ru-RU" altLang="ru-RU" sz="2000" b="1" dirty="0"/>
              <a:t>(</a:t>
            </a:r>
            <a:r>
              <a:rPr lang="en-US" altLang="ru-RU" sz="2000" b="1" dirty="0"/>
              <a:t>G</a:t>
            </a:r>
            <a:r>
              <a:rPr lang="ru-RU" altLang="ru-RU" sz="2000" b="1" baseline="30000" dirty="0"/>
              <a:t>2</a:t>
            </a:r>
            <a:r>
              <a:rPr lang="ru-RU" altLang="ru-RU" sz="2000" b="1" dirty="0"/>
              <a:t>)</a:t>
            </a:r>
            <a:r>
              <a:rPr lang="ru-RU" altLang="ru-RU" sz="2000" dirty="0"/>
              <a:t>. Критерии согласия используются для выбора наилучшего из всех возможных вариантов ветвления. </a:t>
            </a:r>
          </a:p>
          <a:p>
            <a:pPr marL="0" indent="0" algn="just" eaLnBrk="1" hangingPunct="1">
              <a:spcBef>
                <a:spcPct val="0"/>
              </a:spcBef>
              <a:buFontTx/>
              <a:buNone/>
            </a:pPr>
            <a:r>
              <a:rPr lang="ru-RU" altLang="ru-RU" sz="2000" dirty="0"/>
              <a:t>     Оставим без изменения все установки вкладки </a:t>
            </a:r>
            <a:r>
              <a:rPr lang="ru-RU" altLang="ru-RU" sz="2000" b="1" dirty="0"/>
              <a:t>Методы и перейдем к этапу 3</a:t>
            </a:r>
            <a:r>
              <a:rPr lang="ru-RU" altLang="ru-RU" sz="2000" dirty="0"/>
              <a:t>!</a:t>
            </a:r>
          </a:p>
          <a:p>
            <a:pPr marL="0" indent="0" algn="just" eaLnBrk="1" hangingPunct="1">
              <a:spcBef>
                <a:spcPct val="0"/>
              </a:spcBef>
              <a:buFontTx/>
              <a:buNone/>
            </a:pPr>
            <a:r>
              <a:rPr lang="ru-RU" altLang="ru-RU" sz="2000" dirty="0"/>
              <a:t>     </a:t>
            </a:r>
            <a:r>
              <a:rPr lang="ru-RU" altLang="ru-RU" sz="2000" b="1" dirty="0"/>
              <a:t>Этап 3 </a:t>
            </a:r>
            <a:r>
              <a:rPr lang="ru-RU" altLang="ru-RU" sz="2000" dirty="0"/>
              <a:t>построения дерева классификации</a:t>
            </a:r>
            <a:r>
              <a:rPr lang="ru-RU" altLang="ru-RU" sz="2000" b="1" dirty="0"/>
              <a:t> </a:t>
            </a:r>
            <a:r>
              <a:rPr lang="ru-RU" altLang="ru-RU" sz="2000" dirty="0"/>
              <a:t>заключается в выборе момента, когда следует прекратить дальнейшие ветвления. Метод </a:t>
            </a:r>
            <a:r>
              <a:rPr lang="ru-RU" altLang="ru-RU" sz="2000" i="1" dirty="0"/>
              <a:t>Деревья классификации</a:t>
            </a:r>
            <a:r>
              <a:rPr lang="ru-RU" altLang="ru-RU" sz="2000" dirty="0"/>
              <a:t> обладает тем свойством, что если не установлено ограничение на число ветвлений, то можно прийти к «чистой» классификации, когда каждая терминальная вершина содержит только один класс наблюдений (объектов).        </a:t>
            </a:r>
          </a:p>
          <a:p>
            <a:pPr marL="0" indent="0" algn="just" eaLnBrk="1" hangingPunct="1">
              <a:spcBef>
                <a:spcPct val="0"/>
              </a:spcBef>
              <a:buFontTx/>
              <a:buNone/>
            </a:pPr>
            <a:r>
              <a:rPr lang="ru-RU" altLang="ru-RU" sz="2000" dirty="0"/>
              <a:t>      Как правило, при проведении классификационного анализа датасеты содержат ошибки измерений значений непрерывных предикторов, или как минимум погрешности при округлении. Поэтому было бы нереально пытаться продолжать сортировку до тех пор, пока каждая терминальная вершина не станет «чистой». </a:t>
            </a:r>
          </a:p>
          <a:p>
            <a:pPr marL="0" indent="0" algn="just" eaLnBrk="1" hangingPunct="1">
              <a:spcBef>
                <a:spcPct val="0"/>
              </a:spcBef>
              <a:buFontTx/>
              <a:buNone/>
            </a:pPr>
            <a:r>
              <a:rPr lang="ru-RU" altLang="ru-RU" sz="2000" dirty="0"/>
              <a:t>      В модуле на вкладке </a:t>
            </a:r>
            <a:r>
              <a:rPr lang="ru-RU" altLang="ru-RU" sz="2000" b="1" dirty="0"/>
              <a:t>Параметры остановки</a:t>
            </a:r>
            <a:r>
              <a:rPr lang="ru-RU" altLang="ru-RU" sz="2000" dirty="0"/>
              <a:t> в рамке </a:t>
            </a:r>
            <a:r>
              <a:rPr lang="ru-RU" altLang="ru-RU" sz="2000" b="1" dirty="0"/>
              <a:t>Правило остановки </a:t>
            </a:r>
            <a:r>
              <a:rPr lang="ru-RU" altLang="ru-RU" sz="2000" dirty="0"/>
              <a:t>реализованы три варианта остановки (рис.6): </a:t>
            </a:r>
            <a:r>
              <a:rPr lang="ru-RU" altLang="ru-RU" sz="2000" b="1" dirty="0"/>
              <a:t>По ошибке классификации, По отклонению </a:t>
            </a:r>
            <a:r>
              <a:rPr lang="ru-RU" altLang="ru-RU" sz="2000" dirty="0"/>
              <a:t>и</a:t>
            </a:r>
            <a:r>
              <a:rPr lang="ru-RU" altLang="ru-RU" sz="2000" b="1" dirty="0"/>
              <a:t> Прямая остановка (FACT). </a:t>
            </a:r>
            <a:endParaRPr lang="ru-RU" altLang="ru-RU" sz="2000"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Прямоугольник 4"/>
          <p:cNvSpPr/>
          <p:nvPr/>
        </p:nvSpPr>
        <p:spPr>
          <a:xfrm>
            <a:off x="8100392" y="6457890"/>
            <a:ext cx="864095" cy="400110"/>
          </a:xfrm>
          <a:prstGeom prst="rect">
            <a:avLst/>
          </a:prstGeom>
        </p:spPr>
        <p:txBody>
          <a:bodyPr wrap="square">
            <a:spAutoFit/>
          </a:bodyPr>
          <a:lstStyle/>
          <a:p>
            <a:r>
              <a:rPr lang="ru-RU" altLang="ru-RU" sz="2000" dirty="0"/>
              <a:t>Рис.6</a:t>
            </a:r>
            <a:endParaRPr lang="ru-RU" sz="2000" dirty="0"/>
          </a:p>
        </p:txBody>
      </p:sp>
      <p:pic>
        <p:nvPicPr>
          <p:cNvPr id="43009" name="Picture 1"/>
          <p:cNvPicPr>
            <a:picLocks noChangeAspect="1" noChangeArrowheads="1"/>
          </p:cNvPicPr>
          <p:nvPr/>
        </p:nvPicPr>
        <p:blipFill>
          <a:blip r:embed="rId2" cstate="print"/>
          <a:srcRect/>
          <a:stretch>
            <a:fillRect/>
          </a:stretch>
        </p:blipFill>
        <p:spPr bwMode="auto">
          <a:xfrm>
            <a:off x="1187624" y="3645025"/>
            <a:ext cx="7004284" cy="3212975"/>
          </a:xfrm>
          <a:prstGeom prst="rect">
            <a:avLst/>
          </a:prstGeom>
          <a:noFill/>
          <a:ln w="9525">
            <a:noFill/>
            <a:miter lim="800000"/>
            <a:headEnd/>
            <a:tailEnd/>
          </a:ln>
        </p:spPr>
      </p:pic>
      <p:sp>
        <p:nvSpPr>
          <p:cNvPr id="6" name="Прямоугольник 5"/>
          <p:cNvSpPr/>
          <p:nvPr/>
        </p:nvSpPr>
        <p:spPr>
          <a:xfrm>
            <a:off x="179512" y="116633"/>
            <a:ext cx="8784976" cy="3477875"/>
          </a:xfrm>
          <a:prstGeom prst="rect">
            <a:avLst/>
          </a:prstGeom>
        </p:spPr>
        <p:txBody>
          <a:bodyPr wrap="square">
            <a:spAutoFit/>
          </a:bodyPr>
          <a:lstStyle/>
          <a:p>
            <a:pPr algn="just"/>
            <a:r>
              <a:rPr lang="ru-RU" altLang="ru-RU" sz="2000" dirty="0"/>
              <a:t>При выборе первых двух правил в рамке </a:t>
            </a:r>
            <a:r>
              <a:rPr lang="en-US" altLang="ru-RU" sz="2000" b="1" dirty="0"/>
              <a:t>Stopping parameters</a:t>
            </a:r>
            <a:r>
              <a:rPr lang="ru-RU" altLang="ru-RU" sz="2000" dirty="0"/>
              <a:t> (параметры остановки) активизированы опции </a:t>
            </a:r>
            <a:r>
              <a:rPr lang="ru-RU" altLang="ru-RU" sz="2000" b="1" dirty="0"/>
              <a:t>Минимальное n</a:t>
            </a:r>
            <a:r>
              <a:rPr lang="ru-RU" altLang="ru-RU" sz="2000" dirty="0"/>
              <a:t> - количество неверных классификаций в терминальной вершине и </a:t>
            </a:r>
            <a:r>
              <a:rPr lang="ru-RU" altLang="ru-RU" sz="2000" b="1" dirty="0"/>
              <a:t>Правило стандартной ошибки, </a:t>
            </a:r>
            <a:r>
              <a:rPr lang="ru-RU" altLang="ru-RU" sz="2000" dirty="0"/>
              <a:t>по умолчанию равное 1. </a:t>
            </a:r>
          </a:p>
          <a:p>
            <a:pPr algn="just"/>
            <a:r>
              <a:rPr lang="ru-RU" altLang="ru-RU" sz="2000" dirty="0"/>
              <a:t>     В опции </a:t>
            </a:r>
            <a:r>
              <a:rPr lang="ru-RU" altLang="ru-RU" sz="2000" b="1" dirty="0"/>
              <a:t>Прямая остановка (</a:t>
            </a:r>
            <a:r>
              <a:rPr lang="en-US" altLang="ru-RU" sz="2000" b="1" dirty="0"/>
              <a:t>FACT</a:t>
            </a:r>
            <a:r>
              <a:rPr lang="ru-RU" altLang="ru-RU" sz="2000" b="1" dirty="0"/>
              <a:t>)</a:t>
            </a:r>
            <a:r>
              <a:rPr lang="en-US" altLang="ru-RU" sz="2000" b="1" dirty="0"/>
              <a:t> </a:t>
            </a:r>
            <a:r>
              <a:rPr lang="ru-RU" altLang="ru-RU" sz="2000" dirty="0"/>
              <a:t>надо определить момент прекращения ветвлений, задавая значение в поле ввода </a:t>
            </a:r>
            <a:r>
              <a:rPr lang="ru-RU" altLang="ru-RU" sz="2000" b="1" dirty="0"/>
              <a:t>Доля неклассифицированных объектов</a:t>
            </a:r>
            <a:r>
              <a:rPr lang="ru-RU" altLang="ru-RU" sz="2000" dirty="0"/>
              <a:t>. Ветвление по предикторным переменным продолжается до тех пор, пока каждая терминальная вершина дерева классификации или не станет «чистой» (т.е. не будет содержать неправильно классифицированных объектов-наблюдений), или доля ошибочно отнесенных к этой вершине объектов не станет меньше заданной этой опцией доли. </a:t>
            </a:r>
            <a:endParaRPr lang="ru-RU" sz="2000"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body" idx="1"/>
          </p:nvPr>
        </p:nvSpPr>
        <p:spPr>
          <a:xfrm>
            <a:off x="179512" y="188913"/>
            <a:ext cx="8785101" cy="1079847"/>
          </a:xfrm>
        </p:spPr>
        <p:txBody>
          <a:bodyPr/>
          <a:lstStyle/>
          <a:p>
            <a:pPr marL="0" indent="0" algn="just" eaLnBrk="1" hangingPunct="1">
              <a:lnSpc>
                <a:spcPct val="80000"/>
              </a:lnSpc>
              <a:spcBef>
                <a:spcPct val="0"/>
              </a:spcBef>
              <a:buFontTx/>
              <a:buNone/>
            </a:pPr>
            <a:r>
              <a:rPr lang="ru-RU" altLang="ru-RU" sz="2400" b="1" dirty="0"/>
              <a:t>   </a:t>
            </a:r>
            <a:r>
              <a:rPr lang="ru-RU" altLang="ru-RU" sz="2000" dirty="0"/>
              <a:t>Для улучшения прогностических свойств дерева классификации в программе предусмотрено 3 варианта кросс-проверки (рис.7): </a:t>
            </a:r>
          </a:p>
        </p:txBody>
      </p:sp>
      <p:pic>
        <p:nvPicPr>
          <p:cNvPr id="3" name="Picture 3"/>
          <p:cNvPicPr>
            <a:picLocks noChangeAspect="1" noChangeArrowheads="1"/>
          </p:cNvPicPr>
          <p:nvPr/>
        </p:nvPicPr>
        <p:blipFill>
          <a:blip r:embed="rId2" cstate="print"/>
          <a:srcRect/>
          <a:stretch>
            <a:fillRect/>
          </a:stretch>
        </p:blipFill>
        <p:spPr bwMode="auto">
          <a:xfrm>
            <a:off x="179512" y="908720"/>
            <a:ext cx="7980293" cy="3686019"/>
          </a:xfrm>
          <a:prstGeom prst="rect">
            <a:avLst/>
          </a:prstGeom>
          <a:noFill/>
          <a:ln w="9525">
            <a:noFill/>
            <a:miter lim="800000"/>
            <a:headEnd/>
            <a:tailEnd/>
          </a:ln>
        </p:spPr>
      </p:pic>
      <p:sp>
        <p:nvSpPr>
          <p:cNvPr id="4" name="Прямоугольник 3"/>
          <p:cNvSpPr/>
          <p:nvPr/>
        </p:nvSpPr>
        <p:spPr>
          <a:xfrm>
            <a:off x="323528" y="4581128"/>
            <a:ext cx="8533456" cy="2443746"/>
          </a:xfrm>
          <a:prstGeom prst="rect">
            <a:avLst/>
          </a:prstGeom>
        </p:spPr>
        <p:txBody>
          <a:bodyPr wrap="square">
            <a:spAutoFit/>
          </a:bodyPr>
          <a:lstStyle/>
          <a:p>
            <a:pPr algn="just" eaLnBrk="1" hangingPunct="1">
              <a:lnSpc>
                <a:spcPct val="80000"/>
              </a:lnSpc>
            </a:pPr>
            <a:r>
              <a:rPr lang="ru-RU" altLang="ru-RU" dirty="0"/>
              <a:t> 1</a:t>
            </a:r>
            <a:r>
              <a:rPr lang="ru-RU" altLang="ru-RU" sz="2000" dirty="0"/>
              <a:t>.</a:t>
            </a:r>
            <a:r>
              <a:rPr lang="ru-RU" altLang="ru-RU" sz="2000" b="1" dirty="0"/>
              <a:t> Кросс-проверка на обучающей выборке,</a:t>
            </a:r>
            <a:r>
              <a:rPr lang="ru-RU" altLang="ru-RU" sz="2000" dirty="0"/>
              <a:t> выполняется если при помощи кнопки </a:t>
            </a:r>
            <a:r>
              <a:rPr lang="en-US" altLang="ru-RU" sz="2000" b="1" dirty="0"/>
              <a:t>Variables</a:t>
            </a:r>
            <a:r>
              <a:rPr lang="en-US" altLang="ru-RU" sz="2000" dirty="0"/>
              <a:t> </a:t>
            </a:r>
            <a:r>
              <a:rPr lang="ru-RU" altLang="ru-RU" sz="2000" dirty="0"/>
              <a:t>указана переменная идентификатор, содержащая код выборки (обучающая или тестовая); </a:t>
            </a:r>
          </a:p>
          <a:p>
            <a:pPr algn="just" eaLnBrk="1" hangingPunct="1">
              <a:lnSpc>
                <a:spcPct val="80000"/>
              </a:lnSpc>
            </a:pPr>
            <a:r>
              <a:rPr lang="ru-RU" altLang="ru-RU" sz="2000" dirty="0"/>
              <a:t>2. </a:t>
            </a:r>
            <a:r>
              <a:rPr lang="ru-RU" altLang="ru-RU" sz="2000" b="1" dirty="0"/>
              <a:t>Кросс-проверка на всей выборке, в</a:t>
            </a:r>
            <a:r>
              <a:rPr lang="ru-RU" altLang="ru-RU" sz="2000" dirty="0"/>
              <a:t>ыполняется в любом случае, независимо от того переменная идентификатор задана или не задана.</a:t>
            </a:r>
          </a:p>
          <a:p>
            <a:pPr algn="just" eaLnBrk="1" hangingPunct="1">
              <a:lnSpc>
                <a:spcPct val="80000"/>
              </a:lnSpc>
            </a:pPr>
            <a:r>
              <a:rPr lang="ru-RU" altLang="ru-RU" sz="2000" dirty="0"/>
              <a:t> 3. Дополнительно по желанию пользователя в окне результатов анализа запускается </a:t>
            </a:r>
            <a:r>
              <a:rPr lang="ru-RU" altLang="ru-RU" sz="2000" b="1" dirty="0"/>
              <a:t>Глобальная кросс-проверка</a:t>
            </a:r>
            <a:r>
              <a:rPr lang="ru-RU" altLang="ru-RU" sz="2000" dirty="0"/>
              <a:t>. Параметры кросс-проверки на всей выборке доступны, если перейти на вкладку </a:t>
            </a:r>
            <a:r>
              <a:rPr lang="ru-RU" altLang="ru-RU" sz="2000" b="1" dirty="0"/>
              <a:t>Опции выбора. </a:t>
            </a:r>
            <a:endParaRPr lang="ru-RU" altLang="ru-RU" sz="2000" dirty="0"/>
          </a:p>
          <a:p>
            <a:pPr algn="just" eaLnBrk="1" hangingPunct="1">
              <a:lnSpc>
                <a:spcPct val="90000"/>
              </a:lnSpc>
            </a:pPr>
            <a:r>
              <a:rPr lang="ru-RU" altLang="ru-RU" i="1" dirty="0"/>
              <a:t>  </a:t>
            </a:r>
            <a:endParaRPr lang="ru-RU" dirty="0"/>
          </a:p>
        </p:txBody>
      </p:sp>
      <p:sp>
        <p:nvSpPr>
          <p:cNvPr id="5" name="Прямоугольник 4"/>
          <p:cNvSpPr/>
          <p:nvPr/>
        </p:nvSpPr>
        <p:spPr>
          <a:xfrm>
            <a:off x="8100392" y="4149080"/>
            <a:ext cx="864095" cy="400110"/>
          </a:xfrm>
          <a:prstGeom prst="rect">
            <a:avLst/>
          </a:prstGeom>
        </p:spPr>
        <p:txBody>
          <a:bodyPr wrap="square">
            <a:spAutoFit/>
          </a:bodyPr>
          <a:lstStyle/>
          <a:p>
            <a:r>
              <a:rPr lang="ru-RU" altLang="ru-RU" sz="2000" dirty="0"/>
              <a:t>Рис.7</a:t>
            </a:r>
            <a:endParaRPr lang="ru-RU" sz="2000"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8"/>
          <p:cNvSpPr/>
          <p:nvPr/>
        </p:nvSpPr>
        <p:spPr>
          <a:xfrm>
            <a:off x="251520" y="117693"/>
            <a:ext cx="8640960" cy="5078313"/>
          </a:xfrm>
          <a:prstGeom prst="rect">
            <a:avLst/>
          </a:prstGeom>
        </p:spPr>
        <p:txBody>
          <a:bodyPr wrap="square">
            <a:spAutoFit/>
          </a:bodyPr>
          <a:lstStyle/>
          <a:p>
            <a:pPr algn="just">
              <a:lnSpc>
                <a:spcPct val="90000"/>
              </a:lnSpc>
            </a:pPr>
            <a:r>
              <a:rPr lang="ru-RU" altLang="ru-RU" sz="2000" dirty="0"/>
              <a:t>     В </a:t>
            </a:r>
            <a:r>
              <a:rPr lang="ru-RU" altLang="ru-RU" sz="2000" b="1" dirty="0"/>
              <a:t>первом варианте </a:t>
            </a:r>
            <a:r>
              <a:rPr lang="ru-RU" altLang="ru-RU" sz="2000" dirty="0"/>
              <a:t>кросс-проверки дерево классификации строится по исходной – обучающей выборке, а его способность к прогнозированию проверяется путем предсказания принадлежности элементов тестовой выборки. Если значение цены на тестовой выборке окажется больше, чем на обучающей выборке, то это свидетельствует о плохом результате классификации</a:t>
            </a:r>
            <a:r>
              <a:rPr lang="ru-RU" altLang="ru-RU" sz="2000" i="1" dirty="0"/>
              <a:t>.</a:t>
            </a:r>
            <a:r>
              <a:rPr lang="ru-RU" altLang="ru-RU" sz="2000" b="1" dirty="0"/>
              <a:t> </a:t>
            </a:r>
            <a:r>
              <a:rPr lang="ru-RU" altLang="ru-RU" sz="2000" dirty="0"/>
              <a:t>В машинном обучении такую модель называют переобученной. Возможно, в этом случае следует поискать дерево другого размера, которое бы лучше выдерживало кросс-проверку. Тестовая и обучающая выборки могут быть образованы из двух независимых наборов данных, или, если в нашем распоряжении имеется большая выборка, мы можем случайным образом отобрать часть (например, 20% или 30%) наблюдений и использовать ее в качестве тестовой выборки. При этом способе кросс-проверки, после построения дерева классификации в окне результатов на вкладке </a:t>
            </a:r>
            <a:r>
              <a:rPr lang="ru-RU" altLang="ru-RU" sz="2000" b="1" dirty="0"/>
              <a:t>Кросс-проверка</a:t>
            </a:r>
            <a:r>
              <a:rPr lang="en-US" altLang="ru-RU" sz="2000" dirty="0"/>
              <a:t> </a:t>
            </a:r>
            <a:r>
              <a:rPr lang="ru-RU" altLang="ru-RU" sz="2000" dirty="0"/>
              <a:t>в рамке </a:t>
            </a:r>
            <a:r>
              <a:rPr lang="ru-RU" altLang="ru-RU" sz="2000" b="1" dirty="0"/>
              <a:t>Тестовая выборка</a:t>
            </a:r>
            <a:r>
              <a:rPr lang="en-US" altLang="ru-RU" sz="2000" b="1" dirty="0"/>
              <a:t> </a:t>
            </a:r>
            <a:r>
              <a:rPr lang="ru-RU" altLang="ru-RU" sz="2000" dirty="0"/>
              <a:t>будут активны 2 кнопки: </a:t>
            </a:r>
            <a:r>
              <a:rPr lang="ru-RU" altLang="ru-RU" sz="2000" b="1" dirty="0"/>
              <a:t>Матрица ошибок классификации </a:t>
            </a:r>
            <a:r>
              <a:rPr lang="ru-RU" altLang="ru-RU" sz="2000" dirty="0"/>
              <a:t>и </a:t>
            </a:r>
            <a:r>
              <a:rPr lang="ru-RU" altLang="ru-RU" sz="2000" b="1" dirty="0"/>
              <a:t>Предсказанные классы</a:t>
            </a:r>
            <a:r>
              <a:rPr lang="ru-RU" altLang="ru-RU" sz="2000" dirty="0"/>
              <a:t>. </a:t>
            </a:r>
          </a:p>
          <a:p>
            <a:pPr algn="just" eaLnBrk="1" hangingPunct="1">
              <a:lnSpc>
                <a:spcPct val="90000"/>
              </a:lnSpc>
            </a:pPr>
            <a:endParaRPr lang="ru-RU" altLang="ru-RU" sz="2000" dirty="0"/>
          </a:p>
          <a:p>
            <a:pPr algn="just" eaLnBrk="1" hangingPunct="1">
              <a:lnSpc>
                <a:spcPct val="90000"/>
              </a:lnSpc>
            </a:pPr>
            <a:r>
              <a:rPr lang="ru-RU" altLang="ru-RU" sz="2000" dirty="0"/>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179512" y="260649"/>
            <a:ext cx="8784976" cy="6186309"/>
          </a:xfrm>
          <a:prstGeom prst="rect">
            <a:avLst/>
          </a:prstGeom>
        </p:spPr>
        <p:txBody>
          <a:bodyPr wrap="square">
            <a:spAutoFit/>
          </a:bodyPr>
          <a:lstStyle/>
          <a:p>
            <a:pPr algn="just" eaLnBrk="1" hangingPunct="1">
              <a:lnSpc>
                <a:spcPct val="90000"/>
              </a:lnSpc>
            </a:pPr>
            <a:r>
              <a:rPr lang="ru-RU" altLang="ru-RU" sz="2000" dirty="0"/>
              <a:t>      Рассмотрим параметры второго варианта, которые представлены в рамке </a:t>
            </a:r>
            <a:r>
              <a:rPr lang="ru-RU" altLang="ru-RU" sz="2000" b="1" dirty="0"/>
              <a:t>Опции выбора </a:t>
            </a:r>
            <a:r>
              <a:rPr lang="ru-RU" altLang="ru-RU" sz="2000" dirty="0"/>
              <a:t>одноименной вкладки.</a:t>
            </a:r>
          </a:p>
          <a:p>
            <a:pPr algn="just" eaLnBrk="1" hangingPunct="1">
              <a:lnSpc>
                <a:spcPct val="90000"/>
              </a:lnSpc>
            </a:pPr>
            <a:r>
              <a:rPr lang="ru-RU" altLang="ru-RU" sz="2000" dirty="0"/>
              <a:t>      Положительное целое число, которое вводится в поле </a:t>
            </a:r>
            <a:r>
              <a:rPr lang="ru-RU" altLang="ru-RU" sz="2000" b="1" dirty="0"/>
              <a:t>Начальное значение датчика случайных чисел</a:t>
            </a:r>
            <a:r>
              <a:rPr lang="ru-RU" altLang="ru-RU" sz="2000" dirty="0"/>
              <a:t>, является начальным значением для датчика случайных чисел, порождающего заданное число случайных выборок из обучающей выборки, по умолчанию равно 12. </a:t>
            </a:r>
          </a:p>
          <a:p>
            <a:pPr algn="just" eaLnBrk="1" hangingPunct="1">
              <a:lnSpc>
                <a:spcPct val="90000"/>
              </a:lnSpc>
            </a:pPr>
            <a:r>
              <a:rPr lang="ru-RU" altLang="ru-RU" sz="2000" dirty="0"/>
              <a:t>   Значение </a:t>
            </a:r>
            <a:r>
              <a:rPr lang="en-US" altLang="ru-RU" sz="2000" i="1" dirty="0"/>
              <a:t>v </a:t>
            </a:r>
            <a:r>
              <a:rPr lang="ru-RU" altLang="ru-RU" sz="2000" dirty="0"/>
              <a:t>кросс-проверки, по умолчанию равно 3, определяет число случайных выборок – по возможности одинакового объема, которые формируются из обучающей выборки. Дерево классификации нужного размера строится </a:t>
            </a:r>
            <a:r>
              <a:rPr lang="en-US" altLang="ru-RU" sz="2000" i="1" dirty="0"/>
              <a:t>v</a:t>
            </a:r>
            <a:r>
              <a:rPr lang="en-US" altLang="ru-RU" sz="2000" dirty="0"/>
              <a:t> </a:t>
            </a:r>
            <a:r>
              <a:rPr lang="ru-RU" altLang="ru-RU" sz="2000" dirty="0"/>
              <a:t>раз, причем каждый раз поочередно одна из выборок не используется в его построении, но затем используется как тестовая выборка для кросс-проверки. </a:t>
            </a:r>
          </a:p>
          <a:p>
            <a:pPr algn="just" eaLnBrk="1" hangingPunct="1">
              <a:lnSpc>
                <a:spcPct val="90000"/>
              </a:lnSpc>
            </a:pPr>
            <a:r>
              <a:rPr lang="ru-RU" altLang="ru-RU" sz="2000" dirty="0"/>
              <a:t>   Таким образом, каждая подвыборка </a:t>
            </a:r>
            <a:r>
              <a:rPr lang="en-US" altLang="ru-RU" sz="2000" i="1" dirty="0"/>
              <a:t>v</a:t>
            </a:r>
            <a:r>
              <a:rPr lang="ru-RU" altLang="ru-RU" sz="2000" i="1" dirty="0"/>
              <a:t>-1 </a:t>
            </a:r>
            <a:r>
              <a:rPr lang="ru-RU" altLang="ru-RU" sz="2000" dirty="0"/>
              <a:t>раз участвует в обучающей выборке и ровно один раз служит тестовой выборкой.  Цены кросс-проверки, вычисленные для всех </a:t>
            </a:r>
            <a:r>
              <a:rPr lang="en-US" altLang="ru-RU" sz="2000" i="1" dirty="0"/>
              <a:t>v</a:t>
            </a:r>
            <a:r>
              <a:rPr lang="ru-RU" altLang="ru-RU" sz="2000" dirty="0"/>
              <a:t> тестовых выборок, затем усредняются, и в результате получается  оценка для цены кросс-проверки, которая вместе со своей стандартной ошибкой доступна в таблице результатов. </a:t>
            </a:r>
          </a:p>
          <a:p>
            <a:pPr algn="just" eaLnBrk="1" hangingPunct="1">
              <a:lnSpc>
                <a:spcPct val="90000"/>
              </a:lnSpc>
            </a:pPr>
            <a:r>
              <a:rPr lang="ru-RU" altLang="ru-RU" sz="2000" dirty="0"/>
              <a:t>    Заметим, что опция </a:t>
            </a:r>
            <a:r>
              <a:rPr lang="ru-RU" altLang="ru-RU" sz="2000" b="1" dirty="0"/>
              <a:t>р-уровень для выбора переменной </a:t>
            </a:r>
            <a:r>
              <a:rPr lang="ru-RU" altLang="ru-RU" sz="2000" dirty="0"/>
              <a:t>ветвления активна только при выборе 1-го типа ветвления. </a:t>
            </a:r>
          </a:p>
          <a:p>
            <a:pPr algn="just" eaLnBrk="1" hangingPunct="1">
              <a:lnSpc>
                <a:spcPct val="90000"/>
              </a:lnSpc>
            </a:pPr>
            <a:r>
              <a:rPr lang="ru-RU" altLang="ru-RU" sz="2000" dirty="0"/>
              <a:t>     Нажмем в диалоге на рис.7 в правом верхнем углу на кнопку </a:t>
            </a:r>
            <a:r>
              <a:rPr lang="ru-RU" altLang="ru-RU" sz="2000" b="1" dirty="0"/>
              <a:t>ОК</a:t>
            </a:r>
            <a:r>
              <a:rPr lang="ru-RU" altLang="ru-RU" sz="2000" dirty="0"/>
              <a:t>, появится окно результатов построения модели классификации на вкладке </a:t>
            </a:r>
            <a:r>
              <a:rPr lang="ru-RU" altLang="ru-RU" sz="2000" b="1" dirty="0"/>
              <a:t>Быстро</a:t>
            </a:r>
            <a:r>
              <a:rPr lang="ru-RU" altLang="ru-RU" sz="2000" dirty="0"/>
              <a:t> (рис.8).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Picture 2"/>
          <p:cNvPicPr>
            <a:picLocks noChangeAspect="1" noChangeArrowheads="1"/>
          </p:cNvPicPr>
          <p:nvPr/>
        </p:nvPicPr>
        <p:blipFill>
          <a:blip r:embed="rId2" cstate="print"/>
          <a:srcRect/>
          <a:stretch>
            <a:fillRect/>
          </a:stretch>
        </p:blipFill>
        <p:spPr bwMode="auto">
          <a:xfrm>
            <a:off x="467544" y="188640"/>
            <a:ext cx="7200800" cy="3584723"/>
          </a:xfrm>
          <a:prstGeom prst="rect">
            <a:avLst/>
          </a:prstGeom>
          <a:noFill/>
          <a:ln w="9525">
            <a:noFill/>
            <a:miter lim="800000"/>
            <a:headEnd/>
            <a:tailEnd/>
          </a:ln>
        </p:spPr>
      </p:pic>
      <p:sp>
        <p:nvSpPr>
          <p:cNvPr id="5" name="Прямоугольник 4"/>
          <p:cNvSpPr/>
          <p:nvPr/>
        </p:nvSpPr>
        <p:spPr>
          <a:xfrm>
            <a:off x="7956376" y="3429000"/>
            <a:ext cx="864095" cy="400110"/>
          </a:xfrm>
          <a:prstGeom prst="rect">
            <a:avLst/>
          </a:prstGeom>
        </p:spPr>
        <p:txBody>
          <a:bodyPr wrap="square">
            <a:spAutoFit/>
          </a:bodyPr>
          <a:lstStyle/>
          <a:p>
            <a:r>
              <a:rPr lang="ru-RU" altLang="ru-RU" sz="2000" dirty="0"/>
              <a:t>Рис.8</a:t>
            </a:r>
            <a:endParaRPr lang="ru-RU" sz="2000" dirty="0"/>
          </a:p>
        </p:txBody>
      </p:sp>
      <p:sp>
        <p:nvSpPr>
          <p:cNvPr id="6" name="Прямоугольник 5"/>
          <p:cNvSpPr/>
          <p:nvPr/>
        </p:nvSpPr>
        <p:spPr>
          <a:xfrm>
            <a:off x="179512" y="3718679"/>
            <a:ext cx="8784976" cy="3139321"/>
          </a:xfrm>
          <a:prstGeom prst="rect">
            <a:avLst/>
          </a:prstGeom>
        </p:spPr>
        <p:txBody>
          <a:bodyPr wrap="square">
            <a:spAutoFit/>
          </a:bodyPr>
          <a:lstStyle/>
          <a:p>
            <a:pPr algn="just">
              <a:lnSpc>
                <a:spcPct val="90000"/>
              </a:lnSpc>
            </a:pPr>
            <a:r>
              <a:rPr lang="ru-RU" altLang="ru-RU" sz="2000" dirty="0"/>
              <a:t>     Воспользуемся сначала кнопкой </a:t>
            </a:r>
            <a:r>
              <a:rPr lang="ru-RU" altLang="ru-RU" sz="2000" b="1" dirty="0"/>
              <a:t>Граф дерева</a:t>
            </a:r>
            <a:r>
              <a:rPr lang="ru-RU" altLang="ru-RU" sz="2000" dirty="0"/>
              <a:t>, которая позволит визуализировать граф (рис.9) построенного дерева классификации. Прямоугольниками изображены вершины (узлы) дерева с номерами в левом верхнем углу, дочерние вершины соединены с вершинами родителями отрезками прямой – ветвями дерева, над которыми указано количество объектов в вершине. Условия ветвления приведены под вершинами – родителями. </a:t>
            </a:r>
            <a:r>
              <a:rPr lang="ru-RU" altLang="ru-RU" sz="2000" kern="0" dirty="0"/>
              <a:t>Красным пунктиром (на мониторе) обозначены терминальные вершины (листья) дерева (3–5), дальнейшее ветвление из которых невозможно. Внутри больших прямоугольников, изображающих вершины дерева, нарисованы гистограммы, высота которых соответствует количеству ураганов определенного класса в данной вершине. </a:t>
            </a:r>
            <a:endParaRPr lang="ru-RU"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179387" y="4437112"/>
            <a:ext cx="8857109" cy="22320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80000"/>
              </a:lnSpc>
            </a:pPr>
            <a:r>
              <a:rPr kumimoji="0" lang="ru-RU" altLang="ru-RU" sz="2000" b="0" i="0" u="none" strike="noStrike" kern="0" cap="none" spc="0" normalizeH="0" baseline="0" noProof="0" dirty="0">
                <a:ln>
                  <a:noFill/>
                </a:ln>
                <a:effectLst/>
                <a:uLnTx/>
                <a:uFillTx/>
                <a:latin typeface="+mn-lt"/>
                <a:ea typeface="+mn-ea"/>
                <a:cs typeface="+mn-cs"/>
              </a:rPr>
              <a:t>     В левом верхнем углу</a:t>
            </a:r>
            <a:r>
              <a:rPr kumimoji="0" lang="en-US" altLang="ru-RU" sz="2000" b="0" i="0" u="none" strike="noStrike" kern="0" cap="none" spc="0" normalizeH="0" baseline="0" noProof="0" dirty="0">
                <a:ln>
                  <a:noFill/>
                </a:ln>
                <a:effectLst/>
                <a:uLnTx/>
                <a:uFillTx/>
                <a:latin typeface="+mn-lt"/>
                <a:ea typeface="+mn-ea"/>
                <a:cs typeface="+mn-cs"/>
              </a:rPr>
              <a:t> </a:t>
            </a:r>
            <a:r>
              <a:rPr lang="ru-RU" altLang="ru-RU" sz="2000" kern="0" dirty="0">
                <a:latin typeface="+mn-lt"/>
              </a:rPr>
              <a:t>показано</a:t>
            </a:r>
            <a:r>
              <a:rPr kumimoji="0" lang="ru-RU" altLang="ru-RU" sz="2000" b="0" i="0" u="none" strike="noStrike" kern="0" cap="none" spc="0" normalizeH="0" baseline="0" noProof="0" dirty="0">
                <a:ln>
                  <a:noFill/>
                </a:ln>
                <a:effectLst/>
                <a:uLnTx/>
                <a:uFillTx/>
                <a:latin typeface="+mn-lt"/>
                <a:ea typeface="+mn-ea"/>
                <a:cs typeface="+mn-cs"/>
              </a:rPr>
              <a:t>, что ураганы </a:t>
            </a:r>
            <a:r>
              <a:rPr kumimoji="0" lang="en-US" altLang="ru-RU" sz="2000" b="0" i="0" u="none" strike="noStrike" kern="0" cap="none" spc="0" normalizeH="0" baseline="0" noProof="0" dirty="0">
                <a:ln>
                  <a:noFill/>
                </a:ln>
                <a:effectLst/>
                <a:uLnTx/>
                <a:uFillTx/>
                <a:latin typeface="+mn-lt"/>
                <a:ea typeface="+mn-ea"/>
                <a:cs typeface="+mn-cs"/>
              </a:rPr>
              <a:t>Baro </a:t>
            </a:r>
            <a:r>
              <a:rPr lang="ru-RU" altLang="ru-RU" sz="2000" kern="0" dirty="0"/>
              <a:t>обозначены черной сплошной линией, а </a:t>
            </a:r>
            <a:r>
              <a:rPr lang="en-US" altLang="ru-RU" sz="2000" kern="0" dirty="0"/>
              <a:t>Trop</a:t>
            </a:r>
            <a:r>
              <a:rPr lang="ru-RU" altLang="ru-RU" sz="2000" kern="0" dirty="0"/>
              <a:t> – красной пунктирной. В первой вершине все 37 ураганов отнесены к типу </a:t>
            </a:r>
            <a:r>
              <a:rPr lang="en-US" altLang="ru-RU" sz="2000" kern="0" dirty="0"/>
              <a:t>Baro</a:t>
            </a:r>
            <a:r>
              <a:rPr lang="ru-RU" altLang="ru-RU" sz="2000" kern="0" dirty="0"/>
              <a:t>. На первом шаге ветвления те ураганы для которых выполняется условие </a:t>
            </a:r>
            <a:r>
              <a:rPr lang="en-US" sz="2000" dirty="0"/>
              <a:t>LONGITUD&lt;=63,472</a:t>
            </a:r>
            <a:r>
              <a:rPr lang="ru-RU" sz="2000" dirty="0"/>
              <a:t> отнесены к классу </a:t>
            </a:r>
            <a:r>
              <a:rPr lang="en-US" altLang="ru-RU" sz="2000" kern="0" dirty="0"/>
              <a:t>Baro</a:t>
            </a:r>
            <a:r>
              <a:rPr lang="ru-RU" altLang="ru-RU" sz="2000" kern="0" dirty="0"/>
              <a:t> и попадают в вершину 2, их количество равно 10. Ураганы для которых условие не выполняется </a:t>
            </a:r>
            <a:r>
              <a:rPr lang="ru-RU" sz="2000" dirty="0"/>
              <a:t>отнесены к классу </a:t>
            </a:r>
            <a:r>
              <a:rPr lang="en-US" altLang="ru-RU" sz="2000" kern="0" dirty="0"/>
              <a:t>Trop</a:t>
            </a:r>
            <a:r>
              <a:rPr lang="ru-RU" altLang="ru-RU" sz="2000" kern="0" dirty="0"/>
              <a:t> и попадают в вершину 3, их количество равно 27. Так как эта вершина не терминальная на следующем шаге происходит ее расщипление на терминальные вершины 4 и 5 с ураганами соответственно </a:t>
            </a:r>
            <a:r>
              <a:rPr lang="en-US" altLang="ru-RU" sz="2000" kern="0" dirty="0"/>
              <a:t>Trop</a:t>
            </a:r>
            <a:r>
              <a:rPr lang="ru-RU" altLang="ru-RU" sz="2000" kern="0" dirty="0"/>
              <a:t> и </a:t>
            </a:r>
            <a:r>
              <a:rPr lang="en-US" altLang="ru-RU" sz="2000" kern="0" dirty="0"/>
              <a:t>Baro</a:t>
            </a:r>
            <a:r>
              <a:rPr lang="ru-RU" altLang="ru-RU" sz="2000" kern="0" dirty="0"/>
              <a:t> в количестве 17 и 10 ураганов.</a:t>
            </a:r>
            <a:endParaRPr lang="en-US" sz="2000" dirty="0"/>
          </a:p>
          <a:p>
            <a:pPr lvl="0" algn="just" eaLnBrk="1" hangingPunct="1"/>
            <a:endParaRPr kumimoji="0" lang="ru-RU" altLang="ru-RU" sz="2000" b="0" i="0" u="none" strike="noStrike" kern="0" cap="none" spc="0" normalizeH="0" baseline="0" noProof="0" dirty="0">
              <a:ln>
                <a:noFill/>
              </a:ln>
              <a:solidFill>
                <a:schemeClr val="tx1"/>
              </a:solidFill>
              <a:effectLst/>
              <a:uLnTx/>
              <a:uFillTx/>
              <a:latin typeface="+mn-lt"/>
              <a:ea typeface="+mn-ea"/>
              <a:cs typeface="+mn-cs"/>
            </a:endParaRPr>
          </a:p>
        </p:txBody>
      </p:sp>
      <p:pic>
        <p:nvPicPr>
          <p:cNvPr id="102403" name="Picture 3"/>
          <p:cNvPicPr>
            <a:picLocks noChangeAspect="1" noChangeArrowheads="1"/>
          </p:cNvPicPr>
          <p:nvPr/>
        </p:nvPicPr>
        <p:blipFill>
          <a:blip r:embed="rId2" cstate="print"/>
          <a:srcRect/>
          <a:stretch>
            <a:fillRect/>
          </a:stretch>
        </p:blipFill>
        <p:spPr bwMode="auto">
          <a:xfrm>
            <a:off x="1763688" y="0"/>
            <a:ext cx="5876925" cy="4419600"/>
          </a:xfrm>
          <a:prstGeom prst="rect">
            <a:avLst/>
          </a:prstGeom>
          <a:noFill/>
          <a:ln w="9525">
            <a:noFill/>
            <a:miter lim="800000"/>
            <a:headEnd/>
            <a:tailEnd/>
          </a:ln>
        </p:spPr>
      </p:pic>
      <p:sp>
        <p:nvSpPr>
          <p:cNvPr id="7" name="Прямоугольник 6"/>
          <p:cNvSpPr/>
          <p:nvPr/>
        </p:nvSpPr>
        <p:spPr>
          <a:xfrm>
            <a:off x="7740352" y="3933056"/>
            <a:ext cx="864095" cy="400110"/>
          </a:xfrm>
          <a:prstGeom prst="rect">
            <a:avLst/>
          </a:prstGeom>
        </p:spPr>
        <p:txBody>
          <a:bodyPr wrap="square">
            <a:spAutoFit/>
          </a:bodyPr>
          <a:lstStyle/>
          <a:p>
            <a:r>
              <a:rPr lang="ru-RU" altLang="ru-RU" sz="2000" dirty="0"/>
              <a:t>Рис.9</a:t>
            </a:r>
            <a:endParaRPr lang="ru-RU"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p:cNvPicPr>
            <a:picLocks noChangeAspect="1" noChangeArrowheads="1"/>
          </p:cNvPicPr>
          <p:nvPr/>
        </p:nvPicPr>
        <p:blipFill>
          <a:blip r:embed="rId2" cstate="print"/>
          <a:srcRect/>
          <a:stretch>
            <a:fillRect/>
          </a:stretch>
        </p:blipFill>
        <p:spPr bwMode="auto">
          <a:xfrm>
            <a:off x="1331640" y="4405511"/>
            <a:ext cx="6411329" cy="2452489"/>
          </a:xfrm>
          <a:prstGeom prst="rect">
            <a:avLst/>
          </a:prstGeom>
          <a:noFill/>
          <a:ln w="9525">
            <a:noFill/>
            <a:miter lim="800000"/>
            <a:headEnd/>
            <a:tailEnd/>
          </a:ln>
        </p:spPr>
      </p:pic>
      <p:sp>
        <p:nvSpPr>
          <p:cNvPr id="6" name="Rectangle 2"/>
          <p:cNvSpPr txBox="1">
            <a:spLocks noChangeArrowheads="1"/>
          </p:cNvSpPr>
          <p:nvPr/>
        </p:nvSpPr>
        <p:spPr bwMode="auto">
          <a:xfrm>
            <a:off x="179512" y="0"/>
            <a:ext cx="8785101" cy="42484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just" eaLnBrk="1" hangingPunct="1">
              <a:lnSpc>
                <a:spcPct val="80000"/>
              </a:lnSpc>
              <a:defRPr/>
            </a:pPr>
            <a:r>
              <a:rPr kumimoji="0" lang="ru-RU" altLang="ru-RU" sz="2000" b="0" i="0" u="none" strike="noStrike" kern="0" cap="none" spc="0" normalizeH="0" baseline="0" noProof="0" dirty="0">
                <a:ln>
                  <a:noFill/>
                </a:ln>
                <a:effectLst/>
                <a:uLnTx/>
                <a:uFillTx/>
                <a:latin typeface="+mn-lt"/>
                <a:ea typeface="+mn-ea"/>
                <a:cs typeface="+mn-cs"/>
              </a:rPr>
              <a:t>       Если нажать на кнопку </a:t>
            </a:r>
            <a:r>
              <a:rPr kumimoji="0" lang="ru-RU" altLang="ru-RU" sz="2000" b="1" i="0" u="none" strike="noStrike" kern="0" cap="none" spc="0" normalizeH="0" baseline="0" noProof="0" dirty="0">
                <a:ln>
                  <a:noFill/>
                </a:ln>
                <a:effectLst/>
                <a:uLnTx/>
                <a:uFillTx/>
                <a:latin typeface="+mn-lt"/>
                <a:ea typeface="+mn-ea"/>
                <a:cs typeface="+mn-cs"/>
              </a:rPr>
              <a:t>Структура дерева</a:t>
            </a:r>
            <a:r>
              <a:rPr kumimoji="0" lang="ru-RU" altLang="ru-RU" sz="2000" i="0" u="none" strike="noStrike" kern="0" cap="none" spc="0" normalizeH="0" baseline="0" noProof="0" dirty="0">
                <a:ln>
                  <a:noFill/>
                </a:ln>
                <a:effectLst/>
                <a:uLnTx/>
                <a:uFillTx/>
                <a:latin typeface="+mn-lt"/>
                <a:ea typeface="+mn-ea"/>
                <a:cs typeface="+mn-cs"/>
              </a:rPr>
              <a:t>,</a:t>
            </a:r>
            <a:r>
              <a:rPr kumimoji="0" lang="ru-RU" altLang="ru-RU" sz="2000" i="0" u="none" strike="noStrike" kern="0" cap="none" spc="0" normalizeH="0" noProof="0" dirty="0">
                <a:ln>
                  <a:noFill/>
                </a:ln>
                <a:effectLst/>
                <a:uLnTx/>
                <a:uFillTx/>
                <a:latin typeface="+mn-lt"/>
                <a:ea typeface="+mn-ea"/>
                <a:cs typeface="+mn-cs"/>
              </a:rPr>
              <a:t> в табличной форме будет представлена вся информация по дереву классификации: </a:t>
            </a:r>
            <a:r>
              <a:rPr lang="ru-RU" altLang="ru-RU" sz="2000" kern="0" dirty="0"/>
              <a:t>номера узлов (вершин); номера дочерних вершин на левой и правой ветвях; исходное количество объектов в классах; исходные и предсказанные классы</a:t>
            </a:r>
            <a:r>
              <a:rPr lang="ru-RU" altLang="ru-RU" sz="2000" i="1" kern="0" dirty="0"/>
              <a:t>;</a:t>
            </a:r>
            <a:r>
              <a:rPr lang="ru-RU" altLang="ru-RU" sz="2000" kern="0" dirty="0"/>
              <a:t> условия ветвления</a:t>
            </a:r>
            <a:r>
              <a:rPr lang="ru-RU" altLang="ru-RU" sz="2000" i="1" kern="0" dirty="0"/>
              <a:t>.</a:t>
            </a:r>
            <a:r>
              <a:rPr lang="ru-RU" altLang="ru-RU" sz="2000" kern="0" dirty="0"/>
              <a:t> </a:t>
            </a:r>
          </a:p>
          <a:p>
            <a:pPr lvl="0" algn="just" eaLnBrk="1" hangingPunct="1">
              <a:lnSpc>
                <a:spcPct val="80000"/>
              </a:lnSpc>
              <a:defRPr/>
            </a:pPr>
            <a:r>
              <a:rPr lang="ru-RU" altLang="ru-RU" sz="2000" kern="0" dirty="0"/>
              <a:t>     Так, например, из таблицы следует, что левая ветвь содержит два узла под номерами 2 и 4, правая – два узла под номерами 3, 5. Далее, из строки 1 таблицы следует, что в первой вершине все ураганы – 19</a:t>
            </a:r>
            <a:r>
              <a:rPr lang="ru-RU" altLang="ru-RU" sz="2000" b="1" kern="0" dirty="0"/>
              <a:t> </a:t>
            </a:r>
            <a:r>
              <a:rPr lang="en-US" altLang="ru-RU" sz="2000" i="1" kern="0" dirty="0"/>
              <a:t>Baro</a:t>
            </a:r>
            <a:r>
              <a:rPr lang="ru-RU" altLang="ru-RU" sz="2000" kern="0" dirty="0"/>
              <a:t> и 18 </a:t>
            </a:r>
            <a:r>
              <a:rPr lang="en-US" altLang="ru-RU" sz="2000" i="1" kern="0" dirty="0"/>
              <a:t>Trop</a:t>
            </a:r>
            <a:r>
              <a:rPr lang="ru-RU" altLang="ru-RU" sz="2000" kern="0" dirty="0"/>
              <a:t>  классифицированы (предсказаны) как </a:t>
            </a:r>
            <a:r>
              <a:rPr lang="en-US" altLang="ru-RU" sz="2000" i="1" kern="0" dirty="0"/>
              <a:t>Baro</a:t>
            </a:r>
            <a:r>
              <a:rPr lang="ru-RU" altLang="ru-RU" sz="2000" kern="0" dirty="0"/>
              <a:t>. Из вершины 1 выходят две ветви (правая и левая) с соответствующими вершинами 2 и 3.</a:t>
            </a:r>
          </a:p>
          <a:p>
            <a:pPr lvl="0" algn="just" eaLnBrk="1" hangingPunct="1">
              <a:lnSpc>
                <a:spcPct val="80000"/>
              </a:lnSpc>
              <a:defRPr/>
            </a:pPr>
            <a:r>
              <a:rPr lang="ru-RU" altLang="ru-RU" sz="2000" kern="0" dirty="0"/>
              <a:t>     Условие разделения ураганов по вершинам 2 и 3 следующее: если значение переменной </a:t>
            </a:r>
            <a:r>
              <a:rPr lang="en-US" altLang="ru-RU" sz="2000" i="1" kern="0" dirty="0"/>
              <a:t>Longitude</a:t>
            </a:r>
            <a:r>
              <a:rPr lang="ru-RU" altLang="ru-RU" sz="2000" kern="0" dirty="0"/>
              <a:t>  &lt;= (меньше либо равно) 67,75, то ураганы классифицируются как </a:t>
            </a:r>
            <a:r>
              <a:rPr lang="en-US" altLang="ru-RU" sz="2000" kern="0" dirty="0"/>
              <a:t>Trop</a:t>
            </a:r>
            <a:r>
              <a:rPr lang="ru-RU" altLang="ru-RU" sz="2000" kern="0" dirty="0"/>
              <a:t>, в противном случае – как  </a:t>
            </a:r>
            <a:r>
              <a:rPr lang="en-US" altLang="ru-RU" sz="2000" i="1" kern="0" dirty="0"/>
              <a:t>Baro</a:t>
            </a:r>
            <a:r>
              <a:rPr lang="ru-RU" altLang="ru-RU" sz="2000" kern="0" dirty="0"/>
              <a:t>. Из строк 2 и 3 следует, что по данному условию 9 ураганов </a:t>
            </a:r>
            <a:r>
              <a:rPr lang="en-US" altLang="ru-RU" sz="2000" i="1" kern="0" dirty="0"/>
              <a:t>Baro</a:t>
            </a:r>
            <a:r>
              <a:rPr lang="ru-RU" altLang="ru-RU" sz="2000" kern="0" dirty="0"/>
              <a:t> и 18 ураганов </a:t>
            </a:r>
            <a:r>
              <a:rPr lang="en-US" altLang="ru-RU" sz="2000" i="1" kern="0" dirty="0"/>
              <a:t>Trop</a:t>
            </a:r>
            <a:r>
              <a:rPr lang="ru-RU" altLang="ru-RU" sz="2000" kern="0" dirty="0"/>
              <a:t> классифицированы как </a:t>
            </a:r>
            <a:r>
              <a:rPr lang="en-US" altLang="ru-RU" sz="2000" i="1" kern="0" dirty="0"/>
              <a:t>Trop</a:t>
            </a:r>
            <a:r>
              <a:rPr lang="ru-RU" altLang="ru-RU" sz="2000" i="1" kern="0" dirty="0"/>
              <a:t>,</a:t>
            </a:r>
            <a:r>
              <a:rPr lang="ru-RU" altLang="ru-RU" sz="2000" kern="0" dirty="0"/>
              <a:t> а 10 ураганов </a:t>
            </a:r>
            <a:r>
              <a:rPr lang="en-US" altLang="ru-RU" sz="2000" i="1" kern="0" dirty="0"/>
              <a:t>Baro </a:t>
            </a:r>
            <a:r>
              <a:rPr lang="ru-RU" altLang="ru-RU" sz="2000" kern="0" dirty="0"/>
              <a:t>классифицированы как </a:t>
            </a:r>
            <a:r>
              <a:rPr lang="en-US" altLang="ru-RU" sz="2000" i="1" kern="0" dirty="0"/>
              <a:t>Baro</a:t>
            </a:r>
            <a:r>
              <a:rPr lang="ru-RU" altLang="ru-RU" sz="2000" kern="0" dirty="0"/>
              <a:t>. Из строк 4 и 5 следует, что при помощи правила </a:t>
            </a:r>
            <a:r>
              <a:rPr lang="en-US" altLang="ru-RU" sz="2000" i="1" kern="0" dirty="0"/>
              <a:t>Longitude</a:t>
            </a:r>
            <a:r>
              <a:rPr lang="ru-RU" altLang="ru-RU" sz="2000" kern="0" dirty="0"/>
              <a:t> &lt;= 62,5, 9 ураганов </a:t>
            </a:r>
            <a:r>
              <a:rPr lang="en-US" altLang="ru-RU" sz="2000" i="1" kern="0" dirty="0"/>
              <a:t>Baro </a:t>
            </a:r>
            <a:r>
              <a:rPr lang="ru-RU" altLang="ru-RU" sz="2000" kern="0" dirty="0"/>
              <a:t>и 18 ураганов </a:t>
            </a:r>
            <a:r>
              <a:rPr lang="en-US" altLang="ru-RU" sz="2000" i="1" kern="0" dirty="0"/>
              <a:t>Trop</a:t>
            </a:r>
            <a:r>
              <a:rPr lang="ru-RU" altLang="ru-RU" sz="2000" kern="0" dirty="0"/>
              <a:t> классифицированы соответственно как </a:t>
            </a:r>
            <a:r>
              <a:rPr lang="en-US" altLang="ru-RU" sz="2000" i="1" kern="0" dirty="0"/>
              <a:t>Baro</a:t>
            </a:r>
            <a:r>
              <a:rPr lang="ru-RU" altLang="ru-RU" sz="2000" kern="0" dirty="0"/>
              <a:t> и </a:t>
            </a:r>
            <a:r>
              <a:rPr lang="en-US" altLang="ru-RU" sz="2000" i="1" kern="0" dirty="0"/>
              <a:t>Trop</a:t>
            </a:r>
            <a:r>
              <a:rPr lang="ru-RU" altLang="ru-RU" sz="2000" kern="0" dirty="0"/>
              <a:t>. </a:t>
            </a:r>
          </a:p>
          <a:p>
            <a:pPr lvl="0" algn="just" eaLnBrk="1" hangingPunct="1">
              <a:lnSpc>
                <a:spcPct val="80000"/>
              </a:lnSpc>
            </a:pPr>
            <a:endParaRPr lang="ru-RU" altLang="ru-RU" sz="2000" kern="0" dirty="0"/>
          </a:p>
          <a:p>
            <a:pPr algn="just" eaLnBrk="1" hangingPunct="1"/>
            <a:r>
              <a:rPr kumimoji="0" lang="ru-RU" altLang="ru-RU" sz="2000" i="0" u="none" strike="noStrike" kern="0" cap="none" spc="0" normalizeH="0" noProof="0" dirty="0">
                <a:ln>
                  <a:noFill/>
                </a:ln>
                <a:solidFill>
                  <a:schemeClr val="tx1"/>
                </a:solidFill>
                <a:effectLst/>
                <a:uLnTx/>
                <a:uFillTx/>
                <a:latin typeface="+mn-lt"/>
                <a:ea typeface="+mn-ea"/>
                <a:cs typeface="+mn-cs"/>
              </a:rPr>
              <a:t> </a:t>
            </a:r>
            <a:endParaRPr lang="en-US" sz="2000" dirty="0"/>
          </a:p>
          <a:p>
            <a:pPr lvl="0" algn="just" eaLnBrk="1" hangingPunct="1"/>
            <a:endParaRPr kumimoji="0" lang="ru-RU" altLang="ru-RU" sz="2000" b="0" i="0" u="none" strike="noStrike" kern="0" cap="none" spc="0" normalizeH="0" baseline="0" noProof="0" dirty="0">
              <a:ln>
                <a:noFill/>
              </a:ln>
              <a:solidFill>
                <a:schemeClr val="tx1"/>
              </a:solidFill>
              <a:effectLst/>
              <a:uLnTx/>
              <a:uFillTx/>
              <a:latin typeface="+mn-lt"/>
              <a:ea typeface="+mn-ea"/>
              <a:cs typeface="+mn-cs"/>
            </a:endParaRPr>
          </a:p>
        </p:txBody>
      </p:sp>
      <p:sp>
        <p:nvSpPr>
          <p:cNvPr id="8" name="Прямоугольник 7"/>
          <p:cNvSpPr/>
          <p:nvPr/>
        </p:nvSpPr>
        <p:spPr>
          <a:xfrm>
            <a:off x="7919864" y="6457890"/>
            <a:ext cx="1224136" cy="400110"/>
          </a:xfrm>
          <a:prstGeom prst="rect">
            <a:avLst/>
          </a:prstGeom>
        </p:spPr>
        <p:txBody>
          <a:bodyPr wrap="square">
            <a:spAutoFit/>
          </a:bodyPr>
          <a:lstStyle/>
          <a:p>
            <a:r>
              <a:rPr lang="ru-RU" altLang="ru-RU" sz="2000" dirty="0"/>
              <a:t>Рис.10</a:t>
            </a:r>
            <a:endParaRPr lang="ru-RU"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0" name="Picture 2"/>
          <p:cNvPicPr>
            <a:picLocks noChangeAspect="1" noChangeArrowheads="1"/>
          </p:cNvPicPr>
          <p:nvPr/>
        </p:nvPicPr>
        <p:blipFill>
          <a:blip r:embed="rId2" cstate="print"/>
          <a:srcRect/>
          <a:stretch>
            <a:fillRect/>
          </a:stretch>
        </p:blipFill>
        <p:spPr bwMode="auto">
          <a:xfrm>
            <a:off x="755576" y="2708920"/>
            <a:ext cx="7433137" cy="3689598"/>
          </a:xfrm>
          <a:prstGeom prst="rect">
            <a:avLst/>
          </a:prstGeom>
          <a:noFill/>
          <a:ln w="9525">
            <a:noFill/>
            <a:miter lim="800000"/>
            <a:headEnd/>
            <a:tailEnd/>
          </a:ln>
        </p:spPr>
      </p:pic>
      <p:sp>
        <p:nvSpPr>
          <p:cNvPr id="5" name="Rectangle 2"/>
          <p:cNvSpPr txBox="1">
            <a:spLocks noChangeArrowheads="1"/>
          </p:cNvSpPr>
          <p:nvPr/>
        </p:nvSpPr>
        <p:spPr bwMode="auto">
          <a:xfrm>
            <a:off x="251520" y="1628800"/>
            <a:ext cx="8713093" cy="115212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just" eaLnBrk="1" hangingPunct="1"/>
            <a:r>
              <a:rPr kumimoji="0" lang="ru-RU" altLang="ru-RU" sz="2000" b="0" i="0" u="none" strike="noStrike" kern="0" cap="none" spc="0" normalizeH="0" baseline="0" noProof="0" dirty="0">
                <a:ln>
                  <a:noFill/>
                </a:ln>
                <a:solidFill>
                  <a:schemeClr val="tx1"/>
                </a:solidFill>
                <a:effectLst/>
                <a:uLnTx/>
                <a:uFillTx/>
                <a:latin typeface="+mn-lt"/>
                <a:ea typeface="+mn-ea"/>
                <a:cs typeface="+mn-cs"/>
              </a:rPr>
              <a:t>     </a:t>
            </a:r>
            <a:endParaRPr lang="ru-RU" altLang="ru-RU" sz="2000" b="1" kern="0" dirty="0"/>
          </a:p>
          <a:p>
            <a:pPr algn="just" eaLnBrk="1" hangingPunct="1"/>
            <a:r>
              <a:rPr kumimoji="0" lang="ru-RU" altLang="ru-RU" sz="2000" i="0" u="none" strike="noStrike" kern="0" cap="none" spc="0" normalizeH="0" noProof="0" dirty="0">
                <a:ln>
                  <a:noFill/>
                </a:ln>
                <a:solidFill>
                  <a:schemeClr val="tx1"/>
                </a:solidFill>
                <a:effectLst/>
                <a:uLnTx/>
                <a:uFillTx/>
                <a:latin typeface="+mn-lt"/>
                <a:ea typeface="+mn-ea"/>
                <a:cs typeface="+mn-cs"/>
              </a:rPr>
              <a:t> </a:t>
            </a:r>
            <a:endParaRPr lang="en-US" sz="2000" dirty="0"/>
          </a:p>
          <a:p>
            <a:pPr lvl="0" algn="just" eaLnBrk="1" hangingPunct="1"/>
            <a:endParaRPr kumimoji="0" lang="ru-RU" altLang="ru-RU" sz="2000" b="0" i="0" u="none" strike="noStrike" kern="0" cap="none" spc="0" normalizeH="0" baseline="0" noProof="0" dirty="0">
              <a:ln>
                <a:noFill/>
              </a:ln>
              <a:solidFill>
                <a:schemeClr val="tx1"/>
              </a:solidFill>
              <a:effectLst/>
              <a:uLnTx/>
              <a:uFillTx/>
              <a:latin typeface="+mn-lt"/>
              <a:ea typeface="+mn-ea"/>
              <a:cs typeface="+mn-cs"/>
            </a:endParaRPr>
          </a:p>
        </p:txBody>
      </p:sp>
      <p:sp>
        <p:nvSpPr>
          <p:cNvPr id="6" name="Прямоугольник 5"/>
          <p:cNvSpPr/>
          <p:nvPr/>
        </p:nvSpPr>
        <p:spPr>
          <a:xfrm>
            <a:off x="3563888" y="6309320"/>
            <a:ext cx="1224136" cy="400110"/>
          </a:xfrm>
          <a:prstGeom prst="rect">
            <a:avLst/>
          </a:prstGeom>
        </p:spPr>
        <p:txBody>
          <a:bodyPr wrap="square">
            <a:spAutoFit/>
          </a:bodyPr>
          <a:lstStyle/>
          <a:p>
            <a:r>
              <a:rPr lang="ru-RU" altLang="ru-RU" sz="2000" dirty="0"/>
              <a:t>Рис.11</a:t>
            </a:r>
            <a:endParaRPr lang="ru-RU" sz="2000" dirty="0"/>
          </a:p>
        </p:txBody>
      </p:sp>
      <p:sp>
        <p:nvSpPr>
          <p:cNvPr id="7" name="Rectangle 2"/>
          <p:cNvSpPr txBox="1">
            <a:spLocks noChangeArrowheads="1"/>
          </p:cNvSpPr>
          <p:nvPr/>
        </p:nvSpPr>
        <p:spPr bwMode="auto">
          <a:xfrm>
            <a:off x="179512" y="188640"/>
            <a:ext cx="8713093" cy="24482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just" eaLnBrk="1" hangingPunct="1"/>
            <a:r>
              <a:rPr kumimoji="0" lang="ru-RU" altLang="ru-RU" sz="2000" b="0" i="0" u="none" strike="noStrike" kern="0" cap="none" spc="0" normalizeH="0" baseline="0" noProof="0" dirty="0">
                <a:ln>
                  <a:noFill/>
                </a:ln>
                <a:solidFill>
                  <a:schemeClr val="tx1"/>
                </a:solidFill>
                <a:effectLst/>
                <a:uLnTx/>
                <a:uFillTx/>
                <a:latin typeface="+mn-lt"/>
                <a:ea typeface="+mn-ea"/>
                <a:cs typeface="+mn-cs"/>
              </a:rPr>
              <a:t>     Кнопка </a:t>
            </a:r>
            <a:r>
              <a:rPr kumimoji="0" lang="ru-RU" altLang="ru-RU" sz="2000" b="1" i="0" u="none" strike="noStrike" kern="0" cap="none" spc="0" normalizeH="0" baseline="0" noProof="0" dirty="0">
                <a:ln>
                  <a:noFill/>
                </a:ln>
                <a:solidFill>
                  <a:schemeClr val="tx1"/>
                </a:solidFill>
                <a:effectLst/>
                <a:uLnTx/>
                <a:uFillTx/>
                <a:latin typeface="+mn-lt"/>
                <a:ea typeface="+mn-ea"/>
                <a:cs typeface="+mn-cs"/>
              </a:rPr>
              <a:t>Прокрутить </a:t>
            </a:r>
            <a:r>
              <a:rPr kumimoji="0" lang="ru-RU" altLang="ru-RU" sz="2000" i="0" u="none" strike="noStrike" kern="0" cap="none" spc="0" normalizeH="0" baseline="0" noProof="0" dirty="0">
                <a:ln>
                  <a:noFill/>
                </a:ln>
                <a:solidFill>
                  <a:schemeClr val="tx1"/>
                </a:solidFill>
                <a:effectLst/>
                <a:uLnTx/>
                <a:uFillTx/>
                <a:latin typeface="+mn-lt"/>
                <a:ea typeface="+mn-ea"/>
                <a:cs typeface="+mn-cs"/>
              </a:rPr>
              <a:t>позволяет изобразить дерево с вертикальной и горизонтальной прокруткой,</a:t>
            </a:r>
            <a:r>
              <a:rPr kumimoji="0" lang="ru-RU" altLang="ru-RU" sz="2000" i="0" u="none" strike="noStrike" kern="0" cap="none" spc="0" normalizeH="0" noProof="0" dirty="0">
                <a:ln>
                  <a:noFill/>
                </a:ln>
                <a:solidFill>
                  <a:schemeClr val="tx1"/>
                </a:solidFill>
                <a:effectLst/>
                <a:uLnTx/>
                <a:uFillTx/>
                <a:latin typeface="+mn-lt"/>
                <a:ea typeface="+mn-ea"/>
                <a:cs typeface="+mn-cs"/>
              </a:rPr>
              <a:t> эта опция полезна, когда дерево большое, трудно читаемое и следует его просмотреть увеличенными фрагментами.</a:t>
            </a:r>
            <a:r>
              <a:rPr lang="ru-RU" altLang="ru-RU" sz="2000" kern="0" dirty="0"/>
              <a:t> </a:t>
            </a:r>
          </a:p>
          <a:p>
            <a:pPr lvl="0" algn="just" eaLnBrk="1" hangingPunct="1"/>
            <a:endParaRPr lang="ru-RU" altLang="ru-RU" sz="2000" kern="0" dirty="0"/>
          </a:p>
          <a:p>
            <a:pPr lvl="0" algn="just" eaLnBrk="1" hangingPunct="1"/>
            <a:r>
              <a:rPr lang="ru-RU" altLang="ru-RU" sz="2000" kern="0" dirty="0"/>
              <a:t>    На вкладке </a:t>
            </a:r>
            <a:r>
              <a:rPr lang="ru-RU" altLang="ru-RU" sz="2000" b="1" kern="0" dirty="0"/>
              <a:t>Граф дерева </a:t>
            </a:r>
            <a:r>
              <a:rPr lang="ru-RU" altLang="ru-RU" sz="2000" kern="0" dirty="0"/>
              <a:t>(рис.11) расположены две уже знакомые нам кнопки, но важным является наличие опций, позволяющих пользователю регламентировать информативность дерева по своему усмотрению </a:t>
            </a:r>
            <a:endParaRPr lang="ru-RU" altLang="ru-RU" sz="2000" b="1" kern="0" dirty="0"/>
          </a:p>
          <a:p>
            <a:pPr algn="just" eaLnBrk="1" hangingPunct="1"/>
            <a:r>
              <a:rPr kumimoji="0" lang="ru-RU" altLang="ru-RU" sz="2000" i="0" u="none" strike="noStrike" kern="0" cap="none" spc="0" normalizeH="0" noProof="0" dirty="0">
                <a:ln>
                  <a:noFill/>
                </a:ln>
                <a:solidFill>
                  <a:schemeClr val="tx1"/>
                </a:solidFill>
                <a:effectLst/>
                <a:uLnTx/>
                <a:uFillTx/>
                <a:latin typeface="+mn-lt"/>
                <a:ea typeface="+mn-ea"/>
                <a:cs typeface="+mn-cs"/>
              </a:rPr>
              <a:t> </a:t>
            </a:r>
            <a:endParaRPr lang="en-US" sz="2000" dirty="0"/>
          </a:p>
          <a:p>
            <a:pPr lvl="0" algn="just" eaLnBrk="1" hangingPunct="1"/>
            <a:endParaRPr kumimoji="0" lang="ru-RU" altLang="ru-RU" sz="20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250825" y="0"/>
            <a:ext cx="8713788" cy="6669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80000"/>
              </a:lnSpc>
              <a:spcBef>
                <a:spcPct val="0"/>
              </a:spcBef>
              <a:spcAft>
                <a:spcPct val="0"/>
              </a:spcAft>
              <a:buClrTx/>
              <a:buSzTx/>
              <a:buFontTx/>
              <a:buNone/>
              <a:tabLst/>
              <a:defRPr/>
            </a:pPr>
            <a:r>
              <a:rPr kumimoji="0" lang="ru-RU" sz="2800" b="0" i="0" u="none" strike="noStrike" kern="0" cap="none" spc="0" normalizeH="0" baseline="0" noProof="0" dirty="0">
                <a:ln>
                  <a:noFill/>
                </a:ln>
                <a:solidFill>
                  <a:schemeClr val="tx1"/>
                </a:solidFill>
                <a:effectLst/>
                <a:uLnTx/>
                <a:uFillTx/>
                <a:latin typeface="+mn-lt"/>
                <a:ea typeface="+mn-ea"/>
                <a:cs typeface="+mn-cs"/>
              </a:rPr>
              <a:t>    </a:t>
            </a:r>
            <a:r>
              <a:rPr kumimoji="0" lang="ru-RU" sz="2000" b="0" i="0" u="none" strike="noStrike" kern="0" cap="none" spc="0" normalizeH="0" baseline="0" noProof="0" dirty="0">
                <a:ln>
                  <a:noFill/>
                </a:ln>
                <a:solidFill>
                  <a:schemeClr val="tx1"/>
                </a:solidFill>
                <a:effectLst/>
                <a:uLnTx/>
                <a:uFillTx/>
                <a:latin typeface="+mn-lt"/>
                <a:ea typeface="+mn-ea"/>
                <a:cs typeface="+mn-cs"/>
              </a:rPr>
              <a:t>Рассмотрим основные установки этого окна </a:t>
            </a:r>
          </a:p>
          <a:p>
            <a:pPr marL="0" marR="0" lvl="0" indent="0" algn="just" defTabSz="914400" rtl="0" eaLnBrk="1" fontAlgn="base" latinLnBrk="0" hangingPunct="1">
              <a:lnSpc>
                <a:spcPct val="80000"/>
              </a:lnSpc>
              <a:spcBef>
                <a:spcPct val="0"/>
              </a:spcBef>
              <a:spcAft>
                <a:spcPct val="0"/>
              </a:spcAft>
              <a:buClrTx/>
              <a:buSzTx/>
              <a:buFontTx/>
              <a:buNone/>
              <a:tabLst/>
              <a:defRPr/>
            </a:pPr>
            <a:r>
              <a:rPr kumimoji="0" lang="ru-RU" sz="2000" b="0" i="0" u="none" strike="noStrike" kern="0" cap="none" spc="0" normalizeH="0" baseline="0" noProof="0" dirty="0">
                <a:ln>
                  <a:noFill/>
                </a:ln>
                <a:solidFill>
                  <a:schemeClr val="tx1"/>
                </a:solidFill>
                <a:effectLst/>
                <a:uLnTx/>
                <a:uFillTx/>
                <a:latin typeface="+mn-lt"/>
                <a:ea typeface="+mn-ea"/>
                <a:cs typeface="+mn-cs"/>
              </a:rPr>
              <a:t>    – если на вкладке в рамке </a:t>
            </a:r>
            <a:r>
              <a:rPr kumimoji="0" lang="ru-RU" sz="2000" b="1" i="0" u="none" strike="noStrike" kern="0" cap="none" spc="0" normalizeH="0" baseline="0" noProof="0" dirty="0">
                <a:ln>
                  <a:noFill/>
                </a:ln>
                <a:solidFill>
                  <a:schemeClr val="tx1"/>
                </a:solidFill>
                <a:effectLst/>
                <a:uLnTx/>
                <a:uFillTx/>
                <a:latin typeface="+mn-lt"/>
                <a:ea typeface="+mn-ea"/>
                <a:cs typeface="+mn-cs"/>
              </a:rPr>
              <a:t>Опции графа дерева </a:t>
            </a:r>
            <a:r>
              <a:rPr kumimoji="0" lang="ru-RU" sz="2000" b="0" i="0" u="none" strike="noStrike" kern="0" cap="none" spc="0" normalizeH="0" baseline="0" noProof="0" dirty="0">
                <a:ln>
                  <a:noFill/>
                </a:ln>
                <a:solidFill>
                  <a:schemeClr val="tx1"/>
                </a:solidFill>
                <a:effectLst/>
                <a:uLnTx/>
                <a:uFillTx/>
                <a:latin typeface="+mn-lt"/>
                <a:ea typeface="+mn-ea"/>
                <a:cs typeface="+mn-cs"/>
              </a:rPr>
              <a:t>отмечена галочкой  позиция</a:t>
            </a:r>
            <a:r>
              <a:rPr kumimoji="0" lang="ru-RU" sz="2000" b="1" i="0" u="none" strike="noStrike" kern="0" cap="none" spc="0" normalizeH="0" baseline="0" noProof="0" dirty="0">
                <a:ln>
                  <a:noFill/>
                </a:ln>
                <a:solidFill>
                  <a:schemeClr val="tx1"/>
                </a:solidFill>
                <a:effectLst/>
                <a:uLnTx/>
                <a:uFillTx/>
                <a:latin typeface="+mn-lt"/>
                <a:ea typeface="+mn-ea"/>
                <a:cs typeface="+mn-cs"/>
              </a:rPr>
              <a:t> </a:t>
            </a:r>
            <a:r>
              <a:rPr kumimoji="0" lang="ru-RU" sz="2000" b="1" u="none" strike="noStrike" kern="0" cap="none" spc="0" normalizeH="0" baseline="0" noProof="0" dirty="0">
                <a:ln>
                  <a:noFill/>
                </a:ln>
                <a:solidFill>
                  <a:schemeClr val="tx1"/>
                </a:solidFill>
                <a:effectLst/>
                <a:uLnTx/>
                <a:uFillTx/>
                <a:latin typeface="+mn-lt"/>
                <a:ea typeface="+mn-ea"/>
                <a:cs typeface="+mn-cs"/>
              </a:rPr>
              <a:t>Диагональные ветви</a:t>
            </a:r>
            <a:r>
              <a:rPr kumimoji="0" lang="ru-RU" sz="2000" b="0" i="0" u="none" strike="noStrike" kern="0" cap="none" spc="0" normalizeH="0" baseline="0" noProof="0" dirty="0">
                <a:ln>
                  <a:noFill/>
                </a:ln>
                <a:solidFill>
                  <a:schemeClr val="tx1"/>
                </a:solidFill>
                <a:effectLst/>
                <a:uLnTx/>
                <a:uFillTx/>
                <a:latin typeface="+mn-lt"/>
                <a:ea typeface="+mn-ea"/>
                <a:cs typeface="+mn-cs"/>
              </a:rPr>
              <a:t>, то граф дерева изображается с диагональными ветвями.  В противном случае линии ребер (ветвей) графа проводятся по горизонталям и вертикалям</a:t>
            </a:r>
          </a:p>
          <a:p>
            <a:pPr marL="0" marR="0" lvl="0" indent="0" algn="just" defTabSz="914400" rtl="0" eaLnBrk="1" fontAlgn="base" latinLnBrk="0" hangingPunct="1">
              <a:lnSpc>
                <a:spcPct val="80000"/>
              </a:lnSpc>
              <a:spcBef>
                <a:spcPct val="0"/>
              </a:spcBef>
              <a:spcAft>
                <a:spcPct val="0"/>
              </a:spcAft>
              <a:buClrTx/>
              <a:buSzTx/>
              <a:buFontTx/>
              <a:buNone/>
              <a:tabLst/>
              <a:defRPr/>
            </a:pPr>
            <a:r>
              <a:rPr kumimoji="0" lang="ru-RU" sz="2000" b="0" i="0" u="none" strike="noStrike" kern="0" cap="none" spc="0" normalizeH="0" baseline="0" noProof="0" dirty="0">
                <a:ln>
                  <a:noFill/>
                </a:ln>
                <a:solidFill>
                  <a:schemeClr val="tx1"/>
                </a:solidFill>
                <a:effectLst/>
                <a:uLnTx/>
                <a:uFillTx/>
                <a:latin typeface="+mn-lt"/>
                <a:ea typeface="+mn-ea"/>
                <a:cs typeface="+mn-cs"/>
              </a:rPr>
              <a:t>     – если обозначена опция  </a:t>
            </a:r>
            <a:r>
              <a:rPr kumimoji="0" lang="ru-RU" sz="2000" b="1" i="0" u="none" strike="noStrike" kern="0" cap="none" spc="0" normalizeH="0" baseline="0" noProof="0" dirty="0">
                <a:ln>
                  <a:noFill/>
                </a:ln>
                <a:solidFill>
                  <a:schemeClr val="tx1"/>
                </a:solidFill>
                <a:effectLst/>
                <a:uLnTx/>
                <a:uFillTx/>
                <a:latin typeface="+mn-lt"/>
                <a:ea typeface="+mn-ea"/>
                <a:cs typeface="+mn-cs"/>
              </a:rPr>
              <a:t>Номера вершин</a:t>
            </a:r>
            <a:r>
              <a:rPr kumimoji="0" lang="ru-RU" sz="2000" b="0" i="0" u="none" strike="noStrike" kern="0" cap="none" spc="0" normalizeH="0" baseline="0" noProof="0" dirty="0">
                <a:ln>
                  <a:noFill/>
                </a:ln>
                <a:solidFill>
                  <a:schemeClr val="tx1"/>
                </a:solidFill>
                <a:effectLst/>
                <a:uLnTx/>
                <a:uFillTx/>
                <a:latin typeface="+mn-lt"/>
                <a:ea typeface="+mn-ea"/>
                <a:cs typeface="+mn-cs"/>
              </a:rPr>
              <a:t>, то около каждой вершины графа дерева пишется номер вершины в качестве метки;</a:t>
            </a:r>
          </a:p>
          <a:p>
            <a:pPr marL="0" marR="0" lvl="0" indent="0" algn="just" defTabSz="914400" rtl="0" eaLnBrk="1" fontAlgn="base" latinLnBrk="0" hangingPunct="1">
              <a:lnSpc>
                <a:spcPct val="80000"/>
              </a:lnSpc>
              <a:spcBef>
                <a:spcPct val="0"/>
              </a:spcBef>
              <a:spcAft>
                <a:spcPct val="0"/>
              </a:spcAft>
              <a:buClrTx/>
              <a:buSzTx/>
              <a:buFontTx/>
              <a:buNone/>
              <a:tabLst/>
              <a:defRPr/>
            </a:pPr>
            <a:r>
              <a:rPr kumimoji="0" lang="ru-RU" sz="2000" b="0" i="0" u="none" strike="noStrike" kern="0" cap="none" spc="0" normalizeH="0" baseline="0" noProof="0" dirty="0">
                <a:ln>
                  <a:noFill/>
                </a:ln>
                <a:solidFill>
                  <a:schemeClr val="tx1"/>
                </a:solidFill>
                <a:effectLst/>
                <a:uLnTx/>
                <a:uFillTx/>
                <a:latin typeface="+mn-lt"/>
                <a:ea typeface="+mn-ea"/>
                <a:cs typeface="+mn-cs"/>
              </a:rPr>
              <a:t>     – если обозначена опция</a:t>
            </a:r>
            <a:r>
              <a:rPr kumimoji="0" lang="ru-RU" sz="2000" b="0" i="0" u="none" strike="noStrike" kern="0" cap="none" spc="0" normalizeH="0" noProof="0" dirty="0">
                <a:ln>
                  <a:noFill/>
                </a:ln>
                <a:solidFill>
                  <a:schemeClr val="tx1"/>
                </a:solidFill>
                <a:effectLst/>
                <a:uLnTx/>
                <a:uFillTx/>
                <a:latin typeface="+mn-lt"/>
                <a:ea typeface="+mn-ea"/>
                <a:cs typeface="+mn-cs"/>
              </a:rPr>
              <a:t> </a:t>
            </a:r>
            <a:r>
              <a:rPr kumimoji="0" lang="ru-RU" sz="2000" b="1" i="0" u="none" strike="noStrike" kern="0" cap="none" spc="0" normalizeH="0" baseline="0" noProof="0" dirty="0">
                <a:ln>
                  <a:noFill/>
                </a:ln>
                <a:solidFill>
                  <a:schemeClr val="tx1"/>
                </a:solidFill>
                <a:effectLst/>
                <a:uLnTx/>
                <a:uFillTx/>
                <a:latin typeface="+mn-lt"/>
                <a:ea typeface="+mn-ea"/>
                <a:cs typeface="+mn-cs"/>
              </a:rPr>
              <a:t>Условия ветвления</a:t>
            </a:r>
            <a:r>
              <a:rPr kumimoji="0" lang="ru-RU" sz="2000" b="0" i="0" u="none" strike="noStrike" kern="0" cap="none" spc="0" normalizeH="0" baseline="0" noProof="0" dirty="0">
                <a:ln>
                  <a:noFill/>
                </a:ln>
                <a:solidFill>
                  <a:schemeClr val="tx1"/>
                </a:solidFill>
                <a:effectLst/>
                <a:uLnTx/>
                <a:uFillTx/>
                <a:latin typeface="+mn-lt"/>
                <a:ea typeface="+mn-ea"/>
                <a:cs typeface="+mn-cs"/>
              </a:rPr>
              <a:t>, то около каждой нетерминальной вершины пишется соответствующее ей условие ветвления. В случае одномерного ветвления по порядковой предикторной переменной условие записывается так: имя переменной, знак «меньше или равно» и взятая с обратным знаком константа функции ветвления.  </a:t>
            </a:r>
          </a:p>
          <a:p>
            <a:pPr marL="0" marR="0" lvl="0" indent="0" algn="just" defTabSz="914400" rtl="0" eaLnBrk="1" fontAlgn="base" latinLnBrk="0" hangingPunct="1">
              <a:lnSpc>
                <a:spcPct val="80000"/>
              </a:lnSpc>
              <a:spcBef>
                <a:spcPct val="0"/>
              </a:spcBef>
              <a:spcAft>
                <a:spcPct val="0"/>
              </a:spcAft>
              <a:buClrTx/>
              <a:buSzTx/>
              <a:buFontTx/>
              <a:buNone/>
              <a:tabLst/>
              <a:defRPr/>
            </a:pPr>
            <a:r>
              <a:rPr kumimoji="0" lang="ru-RU" sz="2000" b="0" i="0" u="none" strike="noStrike" kern="0" cap="none" spc="0" normalizeH="0" baseline="0" noProof="0" dirty="0">
                <a:ln>
                  <a:noFill/>
                </a:ln>
                <a:solidFill>
                  <a:schemeClr val="tx1"/>
                </a:solidFill>
                <a:effectLst/>
                <a:uLnTx/>
                <a:uFillTx/>
                <a:latin typeface="+mn-lt"/>
                <a:ea typeface="+mn-ea"/>
                <a:cs typeface="+mn-cs"/>
              </a:rPr>
              <a:t>     – если обозначена опция</a:t>
            </a:r>
            <a:r>
              <a:rPr kumimoji="0" lang="ru-RU" sz="2000" b="0" i="0" u="none" strike="noStrike" kern="0" cap="none" spc="0" normalizeH="0" noProof="0" dirty="0">
                <a:ln>
                  <a:noFill/>
                </a:ln>
                <a:solidFill>
                  <a:schemeClr val="tx1"/>
                </a:solidFill>
                <a:effectLst/>
                <a:uLnTx/>
                <a:uFillTx/>
                <a:latin typeface="+mn-lt"/>
                <a:ea typeface="+mn-ea"/>
                <a:cs typeface="+mn-cs"/>
              </a:rPr>
              <a:t> </a:t>
            </a:r>
            <a:r>
              <a:rPr kumimoji="0" lang="ru-RU" sz="2000" b="1" i="0" u="none" strike="noStrike" kern="0" cap="none" spc="0" normalizeH="0" baseline="0" noProof="0" dirty="0">
                <a:ln>
                  <a:noFill/>
                </a:ln>
                <a:solidFill>
                  <a:schemeClr val="tx1"/>
                </a:solidFill>
                <a:effectLst/>
                <a:uLnTx/>
                <a:uFillTx/>
                <a:latin typeface="+mn-lt"/>
                <a:ea typeface="+mn-ea"/>
                <a:cs typeface="+mn-cs"/>
              </a:rPr>
              <a:t>Приписанные вершины</a:t>
            </a:r>
            <a:r>
              <a:rPr kumimoji="0" lang="ru-RU" sz="2000" b="0" i="0" u="none" strike="noStrike" kern="0" cap="none" spc="0" normalizeH="0" baseline="0" noProof="0" dirty="0">
                <a:ln>
                  <a:noFill/>
                </a:ln>
                <a:solidFill>
                  <a:schemeClr val="tx1"/>
                </a:solidFill>
                <a:effectLst/>
                <a:uLnTx/>
                <a:uFillTx/>
                <a:latin typeface="+mn-lt"/>
                <a:ea typeface="+mn-ea"/>
                <a:cs typeface="+mn-cs"/>
              </a:rPr>
              <a:t>, то граф дерева изображается с метками классов, приписанных вершинам, которые указывают прогнозируемый класс для объектов этой вершины; </a:t>
            </a:r>
          </a:p>
          <a:p>
            <a:pPr marL="0" marR="0" lvl="0" indent="0" algn="just" defTabSz="914400" rtl="0" eaLnBrk="1" fontAlgn="base" latinLnBrk="0" hangingPunct="1">
              <a:lnSpc>
                <a:spcPct val="80000"/>
              </a:lnSpc>
              <a:spcBef>
                <a:spcPct val="0"/>
              </a:spcBef>
              <a:spcAft>
                <a:spcPct val="0"/>
              </a:spcAft>
              <a:buClrTx/>
              <a:buSzTx/>
              <a:buFontTx/>
              <a:buNone/>
              <a:tabLst/>
              <a:defRPr/>
            </a:pPr>
            <a:r>
              <a:rPr kumimoji="0" lang="ru-RU" sz="2000" b="0" i="0" u="none" strike="noStrike" kern="0" cap="none" spc="0" normalizeH="0" baseline="0" noProof="0" dirty="0">
                <a:ln>
                  <a:noFill/>
                </a:ln>
                <a:solidFill>
                  <a:schemeClr val="tx1"/>
                </a:solidFill>
                <a:effectLst/>
                <a:uLnTx/>
                <a:uFillTx/>
                <a:latin typeface="+mn-lt"/>
                <a:ea typeface="+mn-ea"/>
                <a:cs typeface="+mn-cs"/>
              </a:rPr>
              <a:t>     – если обозначена опция</a:t>
            </a:r>
            <a:r>
              <a:rPr kumimoji="0" lang="ru-RU" sz="2000" b="0" i="0" u="none" strike="noStrike" kern="0" cap="none" spc="0" normalizeH="0" noProof="0" dirty="0">
                <a:ln>
                  <a:noFill/>
                </a:ln>
                <a:solidFill>
                  <a:schemeClr val="tx1"/>
                </a:solidFill>
                <a:effectLst/>
                <a:uLnTx/>
                <a:uFillTx/>
                <a:latin typeface="+mn-lt"/>
                <a:ea typeface="+mn-ea"/>
                <a:cs typeface="+mn-cs"/>
              </a:rPr>
              <a:t> </a:t>
            </a:r>
            <a:r>
              <a:rPr kumimoji="0" lang="ru-RU" sz="2000" b="1" u="none" strike="noStrike" kern="0" cap="none" spc="0" normalizeH="0" baseline="0" noProof="0" dirty="0">
                <a:ln>
                  <a:noFill/>
                </a:ln>
                <a:solidFill>
                  <a:schemeClr val="tx1"/>
                </a:solidFill>
                <a:effectLst/>
                <a:uLnTx/>
                <a:uFillTx/>
                <a:latin typeface="+mn-lt"/>
                <a:ea typeface="+mn-ea"/>
                <a:cs typeface="+mn-cs"/>
              </a:rPr>
              <a:t>Число объектов в вершинах</a:t>
            </a:r>
            <a:r>
              <a:rPr kumimoji="0" lang="ru-RU" sz="2000" b="0" i="1" u="none" strike="noStrike" kern="0" cap="none" spc="0" normalizeH="0" baseline="0" noProof="0" dirty="0">
                <a:ln>
                  <a:noFill/>
                </a:ln>
                <a:solidFill>
                  <a:schemeClr val="tx1"/>
                </a:solidFill>
                <a:effectLst/>
                <a:uLnTx/>
                <a:uFillTx/>
                <a:latin typeface="+mn-lt"/>
                <a:ea typeface="+mn-ea"/>
                <a:cs typeface="+mn-cs"/>
              </a:rPr>
              <a:t>,</a:t>
            </a:r>
            <a:r>
              <a:rPr kumimoji="0" lang="ru-RU" sz="2000" b="0" i="0" u="none" strike="noStrike" kern="0" cap="none" spc="0" normalizeH="0" baseline="0" noProof="0" dirty="0">
                <a:ln>
                  <a:noFill/>
                </a:ln>
                <a:solidFill>
                  <a:schemeClr val="tx1"/>
                </a:solidFill>
                <a:effectLst/>
                <a:uLnTx/>
                <a:uFillTx/>
                <a:latin typeface="+mn-lt"/>
                <a:ea typeface="+mn-ea"/>
                <a:cs typeface="+mn-cs"/>
              </a:rPr>
              <a:t> то  около каждой ветви графа дерева в виде пользовательского текста выводится информация о количестве наблюдений (объектов), направленных по этой ветви;</a:t>
            </a:r>
          </a:p>
          <a:p>
            <a:pPr marL="0" marR="0" lvl="0" indent="0" algn="just" defTabSz="914400" rtl="0" eaLnBrk="1" fontAlgn="base" latinLnBrk="0" hangingPunct="1">
              <a:lnSpc>
                <a:spcPct val="80000"/>
              </a:lnSpc>
              <a:spcBef>
                <a:spcPct val="0"/>
              </a:spcBef>
              <a:spcAft>
                <a:spcPct val="0"/>
              </a:spcAft>
              <a:buClrTx/>
              <a:buSzTx/>
              <a:buFontTx/>
              <a:buNone/>
              <a:tabLst/>
              <a:defRPr/>
            </a:pPr>
            <a:r>
              <a:rPr kumimoji="0" lang="ru-RU" sz="2000" b="0" i="0" u="none" strike="noStrike" kern="0" cap="none" spc="0" normalizeH="0" baseline="0" noProof="0" dirty="0">
                <a:ln>
                  <a:noFill/>
                </a:ln>
                <a:solidFill>
                  <a:schemeClr val="tx1"/>
                </a:solidFill>
                <a:effectLst/>
                <a:uLnTx/>
                <a:uFillTx/>
                <a:latin typeface="+mn-lt"/>
                <a:ea typeface="+mn-ea"/>
                <a:cs typeface="+mn-cs"/>
              </a:rPr>
              <a:t>     – если в рамке </a:t>
            </a:r>
            <a:r>
              <a:rPr kumimoji="0" lang="ru-RU" sz="2000" b="1" i="0" u="none" strike="noStrike" kern="0" cap="none" spc="0" normalizeH="0" baseline="0" noProof="0" dirty="0">
                <a:ln>
                  <a:noFill/>
                </a:ln>
                <a:solidFill>
                  <a:schemeClr val="tx1"/>
                </a:solidFill>
                <a:effectLst/>
                <a:uLnTx/>
                <a:uFillTx/>
                <a:latin typeface="+mn-lt"/>
                <a:ea typeface="+mn-ea"/>
                <a:cs typeface="+mn-cs"/>
              </a:rPr>
              <a:t>Диаграмма вершин </a:t>
            </a:r>
            <a:r>
              <a:rPr kumimoji="0" lang="ru-RU" sz="2000" b="0" i="0" u="none" strike="noStrike" kern="0" cap="none" spc="0" normalizeH="0" baseline="0" noProof="0" dirty="0">
                <a:ln>
                  <a:noFill/>
                </a:ln>
                <a:solidFill>
                  <a:schemeClr val="tx1"/>
                </a:solidFill>
                <a:effectLst/>
                <a:uLnTx/>
                <a:uFillTx/>
                <a:latin typeface="+mn-lt"/>
                <a:ea typeface="+mn-ea"/>
                <a:cs typeface="+mn-cs"/>
              </a:rPr>
              <a:t>обозначена опция</a:t>
            </a:r>
            <a:r>
              <a:rPr kumimoji="0" lang="ru-RU" sz="2000" b="1" i="0" u="none" strike="noStrike" kern="0" cap="none" spc="0" normalizeH="0" baseline="0" noProof="0" dirty="0">
                <a:ln>
                  <a:noFill/>
                </a:ln>
                <a:solidFill>
                  <a:schemeClr val="tx1"/>
                </a:solidFill>
                <a:effectLst/>
                <a:uLnTx/>
                <a:uFillTx/>
                <a:latin typeface="+mn-lt"/>
                <a:ea typeface="+mn-ea"/>
                <a:cs typeface="+mn-cs"/>
              </a:rPr>
              <a:t> Диаграммы отклонений</a:t>
            </a:r>
            <a:r>
              <a:rPr kumimoji="0" lang="ru-RU" sz="2000" b="0" i="0" u="none" strike="noStrike" kern="0" cap="none" spc="0" normalizeH="0" baseline="0" noProof="0" dirty="0">
                <a:ln>
                  <a:noFill/>
                </a:ln>
                <a:solidFill>
                  <a:schemeClr val="tx1"/>
                </a:solidFill>
                <a:effectLst/>
                <a:uLnTx/>
                <a:uFillTx/>
                <a:latin typeface="+mn-lt"/>
                <a:ea typeface="+mn-ea"/>
                <a:cs typeface="+mn-cs"/>
              </a:rPr>
              <a:t>, то внутри каждой вершины графа дерева рисуется диаграмма, аналогичная двумерной столбчатой диаграмме. Столбик, соответствующий прогнозируемому классу, будет направлен вверх, а столбики остальных классов – вниз, так что удачную классификацию легко можно распознать визуально. </a:t>
            </a:r>
          </a:p>
          <a:p>
            <a:pPr marL="0" marR="0" lvl="0" indent="0" algn="just" defTabSz="914400" rtl="0" eaLnBrk="1" fontAlgn="base" latinLnBrk="0" hangingPunct="1">
              <a:lnSpc>
                <a:spcPct val="80000"/>
              </a:lnSpc>
              <a:spcBef>
                <a:spcPct val="0"/>
              </a:spcBef>
              <a:spcAft>
                <a:spcPct val="0"/>
              </a:spcAft>
              <a:buClrTx/>
              <a:buSzTx/>
              <a:buFontTx/>
              <a:buNone/>
              <a:tabLst/>
              <a:defRPr/>
            </a:pPr>
            <a:r>
              <a:rPr kumimoji="0" lang="ru-RU" sz="2000" b="0" i="0" u="none" strike="noStrike" kern="0" cap="none" spc="0" normalizeH="0" baseline="0" noProof="0" dirty="0">
                <a:ln>
                  <a:noFill/>
                </a:ln>
                <a:solidFill>
                  <a:schemeClr val="tx1"/>
                </a:solidFill>
                <a:effectLst/>
                <a:uLnTx/>
                <a:uFillTx/>
                <a:latin typeface="+mn-lt"/>
                <a:ea typeface="+mn-ea"/>
                <a:cs typeface="+mn-cs"/>
              </a:rPr>
              <a:t>      Кнопка </a:t>
            </a:r>
            <a:r>
              <a:rPr kumimoji="0" lang="ru-RU" sz="2000" b="1" i="0" u="none" strike="noStrike" kern="0" cap="none" spc="0" normalizeH="0" baseline="0" noProof="0" dirty="0">
                <a:ln>
                  <a:noFill/>
                </a:ln>
                <a:solidFill>
                  <a:schemeClr val="tx1"/>
                </a:solidFill>
                <a:effectLst/>
                <a:uLnTx/>
                <a:uFillTx/>
                <a:latin typeface="+mn-lt"/>
                <a:ea typeface="+mn-ea"/>
                <a:cs typeface="+mn-cs"/>
              </a:rPr>
              <a:t>Значения по умолчанию </a:t>
            </a:r>
            <a:r>
              <a:rPr kumimoji="0" lang="ru-RU" sz="2000" b="0" i="0" u="none" strike="noStrike" kern="0" cap="none" spc="0" normalizeH="0" baseline="0" noProof="0" dirty="0">
                <a:ln>
                  <a:noFill/>
                </a:ln>
                <a:solidFill>
                  <a:schemeClr val="tx1"/>
                </a:solidFill>
                <a:effectLst/>
                <a:uLnTx/>
                <a:uFillTx/>
                <a:latin typeface="+mn-lt"/>
                <a:ea typeface="+mn-ea"/>
                <a:cs typeface="+mn-cs"/>
              </a:rPr>
              <a:t>восстанавливает значения опций графа дерева, принятых по умолчанию.</a:t>
            </a:r>
          </a:p>
          <a:p>
            <a:pPr marL="342900" marR="0" lvl="0" indent="-342900" algn="just" defTabSz="914400" rtl="0" eaLnBrk="1" fontAlgn="base" latinLnBrk="0" hangingPunct="1">
              <a:lnSpc>
                <a:spcPct val="80000"/>
              </a:lnSpc>
              <a:spcBef>
                <a:spcPct val="0"/>
              </a:spcBef>
              <a:spcAft>
                <a:spcPct val="0"/>
              </a:spcAft>
              <a:buClrTx/>
              <a:buSzTx/>
              <a:buFontTx/>
              <a:buNone/>
              <a:tabLst/>
              <a:defRPr/>
            </a:pPr>
            <a:endParaRPr kumimoji="0" lang="ru-RU" sz="2000" b="0" i="0" u="none" strike="noStrike" kern="0" cap="none" spc="0" normalizeH="0" baseline="0" noProof="0" dirty="0">
              <a:ln>
                <a:noFill/>
              </a:ln>
              <a:solidFill>
                <a:schemeClr val="tx1"/>
              </a:solidFill>
              <a:effectLst/>
              <a:uLnTx/>
              <a:uFillTx/>
              <a:latin typeface="+mn-lt"/>
              <a:ea typeface="+mn-ea"/>
              <a:cs typeface="+mn-cs"/>
            </a:endParaRPr>
          </a:p>
          <a:p>
            <a:pPr marL="457200" marR="0" lvl="0" indent="-457200" algn="just" defTabSz="914400" rtl="0" eaLnBrk="1" fontAlgn="base" latinLnBrk="0" hangingPunct="1">
              <a:lnSpc>
                <a:spcPct val="80000"/>
              </a:lnSpc>
              <a:spcBef>
                <a:spcPct val="0"/>
              </a:spcBef>
              <a:spcAft>
                <a:spcPct val="0"/>
              </a:spcAft>
              <a:buClrTx/>
              <a:buSzTx/>
              <a:buFontTx/>
              <a:buNone/>
              <a:tabLst/>
              <a:defRPr/>
            </a:pPr>
            <a:endParaRPr kumimoji="0" lang="ru-RU" sz="20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179512" y="0"/>
            <a:ext cx="8713093" cy="6669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just" eaLnBrk="1" hangingPunct="1">
              <a:lnSpc>
                <a:spcPct val="80000"/>
              </a:lnSpc>
              <a:defRPr/>
            </a:pPr>
            <a:r>
              <a:rPr kumimoji="0" lang="ru-RU" altLang="ru-RU" sz="2000" b="0" i="0" u="none" strike="noStrike" kern="0" cap="none" spc="0" normalizeH="0" baseline="0" noProof="0" dirty="0">
                <a:ln>
                  <a:noFill/>
                </a:ln>
                <a:solidFill>
                  <a:schemeClr val="tx1"/>
                </a:solidFill>
                <a:effectLst/>
                <a:uLnTx/>
                <a:uFillTx/>
                <a:latin typeface="+mn-lt"/>
                <a:ea typeface="+mn-ea"/>
                <a:cs typeface="+mn-cs"/>
              </a:rPr>
              <a:t>     Н</a:t>
            </a:r>
            <a:r>
              <a:rPr lang="ru-RU" altLang="ru-RU" sz="2000" kern="0" dirty="0"/>
              <a:t>а вкладке </a:t>
            </a:r>
            <a:r>
              <a:rPr lang="ru-RU" altLang="ru-RU" sz="2000" b="1" kern="0" dirty="0"/>
              <a:t>Структура </a:t>
            </a:r>
            <a:r>
              <a:rPr lang="ru-RU" altLang="ru-RU" sz="2000" kern="0" dirty="0"/>
              <a:t>(рис.12) в левой части расположен каскад кнопок, посредством которых программа в форме отдельных таблиц  дублирует информацию, доступную посредством нажатия одной кнопки </a:t>
            </a:r>
            <a:r>
              <a:rPr lang="ru-RU" altLang="ru-RU" sz="2000" b="1" kern="0" dirty="0"/>
              <a:t>Структура дерева </a:t>
            </a:r>
            <a:r>
              <a:rPr lang="ru-RU" altLang="ru-RU" sz="2000" kern="0" dirty="0"/>
              <a:t>(рис.10). </a:t>
            </a:r>
            <a:endParaRPr lang="ru-RU" altLang="ru-RU" sz="2000" i="1" kern="0" dirty="0"/>
          </a:p>
          <a:p>
            <a:pPr lvl="0" algn="just" eaLnBrk="1" hangingPunct="1">
              <a:lnSpc>
                <a:spcPct val="80000"/>
              </a:lnSpc>
              <a:defRPr/>
            </a:pPr>
            <a:r>
              <a:rPr lang="ru-RU" altLang="ru-RU" sz="2000" b="1" i="1" kern="0" dirty="0"/>
              <a:t>    Структура дерева</a:t>
            </a:r>
            <a:r>
              <a:rPr lang="en-US" altLang="ru-RU" sz="2000" b="1" i="1" kern="0" dirty="0"/>
              <a:t> </a:t>
            </a:r>
            <a:r>
              <a:rPr lang="ru-RU" altLang="ru-RU" sz="2000" kern="0" dirty="0"/>
              <a:t>– генерирует таблицу, в которой выведена вся информация о графе дерева, мы  ознакомились с ней на вкладке </a:t>
            </a:r>
            <a:r>
              <a:rPr lang="ru-RU" altLang="ru-RU" sz="2000" i="1" kern="0" dirty="0"/>
              <a:t>Быстрый</a:t>
            </a:r>
            <a:r>
              <a:rPr lang="ru-RU" altLang="ru-RU" sz="2000" kern="0" dirty="0"/>
              <a:t>.</a:t>
            </a:r>
          </a:p>
          <a:p>
            <a:pPr lvl="0" algn="just" eaLnBrk="1" hangingPunct="1">
              <a:lnSpc>
                <a:spcPct val="80000"/>
              </a:lnSpc>
              <a:defRPr/>
            </a:pPr>
            <a:r>
              <a:rPr lang="ru-RU" altLang="ru-RU" sz="2000" kern="0" dirty="0"/>
              <a:t>    Остальные опции по частям выводят информацию, которая содержалась в таблице результатов инициированной  предыдущей опцией!!!</a:t>
            </a:r>
            <a:endParaRPr lang="ru-RU" altLang="ru-RU" sz="2000" i="1" kern="0" dirty="0"/>
          </a:p>
          <a:p>
            <a:pPr lvl="0" algn="just" eaLnBrk="1" hangingPunct="1">
              <a:lnSpc>
                <a:spcPct val="80000"/>
              </a:lnSpc>
              <a:defRPr/>
            </a:pPr>
            <a:r>
              <a:rPr lang="ru-RU" altLang="ru-RU" sz="2000" i="1" kern="0" dirty="0"/>
              <a:t>     </a:t>
            </a:r>
            <a:r>
              <a:rPr lang="ru-RU" altLang="ru-RU" sz="2000" b="1" i="1" kern="0" dirty="0"/>
              <a:t>Дочерние вершины</a:t>
            </a:r>
            <a:r>
              <a:rPr lang="ru-RU" altLang="ru-RU" sz="2000" b="1" kern="0" dirty="0"/>
              <a:t> </a:t>
            </a:r>
            <a:r>
              <a:rPr lang="ru-RU" altLang="ru-RU" sz="2000" kern="0" dirty="0"/>
              <a:t>– таблица результатов, где для каждой вершины ветвления в выбранном дереве указаны соответствующая левая и правая дочерние вершины, к которым относятся объекты (наблюдения), если они соответственно удовлетворяют или не удовлетворяют условию ветвления в данной вершине. Для терминальных вершин дерева дочерние вершины не указываются. </a:t>
            </a:r>
          </a:p>
          <a:p>
            <a:pPr lvl="0" algn="just" eaLnBrk="1" hangingPunct="1">
              <a:lnSpc>
                <a:spcPct val="80000"/>
              </a:lnSpc>
              <a:defRPr/>
            </a:pPr>
            <a:r>
              <a:rPr lang="ru-RU" altLang="ru-RU" sz="2000" i="1" kern="0" dirty="0"/>
              <a:t>      </a:t>
            </a:r>
            <a:r>
              <a:rPr lang="ru-RU" altLang="ru-RU" sz="2000" b="1" i="1" kern="0" dirty="0"/>
              <a:t>Структура классов </a:t>
            </a:r>
            <a:r>
              <a:rPr lang="ru-RU" altLang="ru-RU" sz="2000" b="1" kern="0" dirty="0"/>
              <a:t>–</a:t>
            </a:r>
            <a:r>
              <a:rPr lang="ru-RU" altLang="ru-RU" sz="2000" kern="0" dirty="0"/>
              <a:t> таблица, в которой для каждой вершины выбранного дерева приводится та же информация, что и в таблице </a:t>
            </a:r>
            <a:r>
              <a:rPr lang="ru-RU" altLang="ru-RU" sz="2000" i="1" kern="0" dirty="0"/>
              <a:t>Дочерние вершины</a:t>
            </a:r>
            <a:r>
              <a:rPr lang="ru-RU" altLang="ru-RU" sz="2000" b="1" kern="0" dirty="0"/>
              <a:t>,</a:t>
            </a:r>
            <a:r>
              <a:rPr lang="ru-RU" altLang="ru-RU" sz="2000" kern="0" dirty="0"/>
              <a:t> и дополнительно – данные о числе объектов каждого класса, отнесенных к этой вершине. </a:t>
            </a:r>
          </a:p>
          <a:p>
            <a:pPr lvl="0" algn="just" eaLnBrk="1" hangingPunct="1">
              <a:lnSpc>
                <a:spcPct val="80000"/>
              </a:lnSpc>
              <a:defRPr/>
            </a:pPr>
            <a:r>
              <a:rPr lang="ru-RU" altLang="ru-RU" sz="2000" i="1" kern="0" dirty="0"/>
              <a:t>     </a:t>
            </a:r>
            <a:r>
              <a:rPr lang="ru-RU" altLang="ru-RU" sz="2000" b="1" i="1" kern="0" dirty="0"/>
              <a:t>Предсказанные классы</a:t>
            </a:r>
            <a:r>
              <a:rPr lang="ru-RU" altLang="ru-RU" sz="2000" b="1" kern="0" dirty="0"/>
              <a:t> </a:t>
            </a:r>
            <a:r>
              <a:rPr lang="ru-RU" altLang="ru-RU" sz="2000" kern="0" dirty="0"/>
              <a:t>– таблица результатов, в которой для каждой вершины выбранного дерева приводится та же информация, что и в предыдущей таблице результатов и дополнительно появляется новый столбец – название класса, к которому приписываются объекты, попавшие в эту вершину. </a:t>
            </a:r>
          </a:p>
          <a:p>
            <a:pPr lvl="0" algn="just" eaLnBrk="1" hangingPunct="1">
              <a:lnSpc>
                <a:spcPct val="80000"/>
              </a:lnSpc>
              <a:defRPr/>
            </a:pPr>
            <a:r>
              <a:rPr lang="ru-RU" altLang="ru-RU" sz="2000" i="1" kern="0" dirty="0"/>
              <a:t>     </a:t>
            </a:r>
            <a:r>
              <a:rPr lang="ru-RU" altLang="ru-RU" sz="2000" b="1" i="1" kern="0" dirty="0"/>
              <a:t>Условия ветвления </a:t>
            </a:r>
            <a:r>
              <a:rPr lang="ru-RU" altLang="ru-RU" sz="2000" kern="0" dirty="0"/>
              <a:t>– таблица, в которой для каждой родительской вершины ветвления указано соответствующее ей условие ветвления.</a:t>
            </a:r>
          </a:p>
          <a:p>
            <a:pPr marL="342900" lvl="0" indent="-342900" algn="just" eaLnBrk="1" hangingPunct="1">
              <a:lnSpc>
                <a:spcPct val="80000"/>
              </a:lnSpc>
              <a:defRPr/>
            </a:pPr>
            <a:endParaRPr lang="ru-RU" altLang="ru-RU" sz="2000" kern="0" dirty="0"/>
          </a:p>
          <a:p>
            <a:pPr lvl="0" algn="just" eaLnBrk="1" hangingPunct="1"/>
            <a:endParaRPr lang="ru-RU" altLang="ru-RU" sz="2000" kern="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cstate="print"/>
          <a:srcRect/>
          <a:stretch>
            <a:fillRect/>
          </a:stretch>
        </p:blipFill>
        <p:spPr bwMode="auto">
          <a:xfrm>
            <a:off x="179512" y="188640"/>
            <a:ext cx="8017459" cy="4014564"/>
          </a:xfrm>
          <a:prstGeom prst="rect">
            <a:avLst/>
          </a:prstGeom>
          <a:noFill/>
          <a:ln w="9525">
            <a:noFill/>
            <a:miter lim="800000"/>
            <a:headEnd/>
            <a:tailEnd/>
          </a:ln>
        </p:spPr>
      </p:pic>
      <p:sp>
        <p:nvSpPr>
          <p:cNvPr id="7" name="Прямоугольник 6"/>
          <p:cNvSpPr/>
          <p:nvPr/>
        </p:nvSpPr>
        <p:spPr>
          <a:xfrm>
            <a:off x="8243392" y="3789040"/>
            <a:ext cx="900608" cy="400110"/>
          </a:xfrm>
          <a:prstGeom prst="rect">
            <a:avLst/>
          </a:prstGeom>
        </p:spPr>
        <p:txBody>
          <a:bodyPr wrap="square">
            <a:spAutoFit/>
          </a:bodyPr>
          <a:lstStyle/>
          <a:p>
            <a:r>
              <a:rPr lang="ru-RU" altLang="ru-RU" sz="2000" dirty="0"/>
              <a:t>Рис.12</a:t>
            </a:r>
            <a:endParaRPr lang="ru-RU" sz="2000" dirty="0"/>
          </a:p>
        </p:txBody>
      </p:sp>
      <p:sp>
        <p:nvSpPr>
          <p:cNvPr id="8" name="Rectangle 2"/>
          <p:cNvSpPr txBox="1">
            <a:spLocks noChangeArrowheads="1"/>
          </p:cNvSpPr>
          <p:nvPr/>
        </p:nvSpPr>
        <p:spPr bwMode="auto">
          <a:xfrm>
            <a:off x="179512" y="4653136"/>
            <a:ext cx="8713093" cy="170080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just" eaLnBrk="1" hangingPunct="1"/>
            <a:r>
              <a:rPr lang="ru-RU" altLang="ru-RU" sz="2000" kern="0" dirty="0"/>
              <a:t>Е</a:t>
            </a:r>
            <a:r>
              <a:rPr lang="ru-RU" altLang="ru-RU" sz="2000" dirty="0"/>
              <a:t>сли нажать на кнопку </a:t>
            </a:r>
            <a:r>
              <a:rPr lang="ru-RU" altLang="ru-RU" sz="2000" b="1" dirty="0"/>
              <a:t>Последовательные деревья, </a:t>
            </a:r>
            <a:r>
              <a:rPr lang="ru-RU" altLang="ru-RU" sz="2000" dirty="0"/>
              <a:t>появится таблица с указанием номеров построенных деревьев; количество их терминальных вершин; цены кросс-проверки с</a:t>
            </a:r>
            <a:r>
              <a:rPr lang="ru-RU" altLang="ru-RU" sz="2000" i="1" dirty="0"/>
              <a:t> </a:t>
            </a:r>
            <a:r>
              <a:rPr lang="ru-RU" altLang="ru-RU" sz="2000" dirty="0"/>
              <a:t>их стандартными ошибками; цены обучения; сложностью каждого из деревьев (рис. 13). Выбранное программой лучшее дерево обозначено *</a:t>
            </a:r>
            <a:endParaRPr kumimoji="0" lang="ru-RU" altLang="ru-RU" sz="200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498" name="Picture 2"/>
          <p:cNvPicPr>
            <a:picLocks noChangeAspect="1" noChangeArrowheads="1"/>
          </p:cNvPicPr>
          <p:nvPr/>
        </p:nvPicPr>
        <p:blipFill>
          <a:blip r:embed="rId2" cstate="print"/>
          <a:srcRect/>
          <a:stretch>
            <a:fillRect/>
          </a:stretch>
        </p:blipFill>
        <p:spPr bwMode="auto">
          <a:xfrm>
            <a:off x="1763688" y="0"/>
            <a:ext cx="5281297" cy="1426071"/>
          </a:xfrm>
          <a:prstGeom prst="rect">
            <a:avLst/>
          </a:prstGeom>
          <a:noFill/>
          <a:ln w="9525">
            <a:noFill/>
            <a:miter lim="800000"/>
            <a:headEnd/>
            <a:tailEnd/>
          </a:ln>
        </p:spPr>
      </p:pic>
      <p:sp>
        <p:nvSpPr>
          <p:cNvPr id="10650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ru-RU"/>
          </a:p>
        </p:txBody>
      </p:sp>
      <p:sp>
        <p:nvSpPr>
          <p:cNvPr id="12" name="Прямоугольник 11"/>
          <p:cNvSpPr/>
          <p:nvPr/>
        </p:nvSpPr>
        <p:spPr>
          <a:xfrm>
            <a:off x="7092280" y="1052736"/>
            <a:ext cx="900608" cy="400110"/>
          </a:xfrm>
          <a:prstGeom prst="rect">
            <a:avLst/>
          </a:prstGeom>
        </p:spPr>
        <p:txBody>
          <a:bodyPr wrap="square">
            <a:spAutoFit/>
          </a:bodyPr>
          <a:lstStyle/>
          <a:p>
            <a:r>
              <a:rPr lang="ru-RU" altLang="ru-RU" sz="2000" dirty="0"/>
              <a:t>Рис.13</a:t>
            </a:r>
            <a:endParaRPr lang="ru-RU" sz="2000" dirty="0"/>
          </a:p>
        </p:txBody>
      </p:sp>
      <p:sp>
        <p:nvSpPr>
          <p:cNvPr id="13" name="Прямоугольник 12"/>
          <p:cNvSpPr/>
          <p:nvPr/>
        </p:nvSpPr>
        <p:spPr>
          <a:xfrm>
            <a:off x="6876256" y="6457890"/>
            <a:ext cx="900608" cy="400110"/>
          </a:xfrm>
          <a:prstGeom prst="rect">
            <a:avLst/>
          </a:prstGeom>
        </p:spPr>
        <p:txBody>
          <a:bodyPr wrap="square">
            <a:spAutoFit/>
          </a:bodyPr>
          <a:lstStyle/>
          <a:p>
            <a:r>
              <a:rPr lang="ru-RU" altLang="ru-RU" sz="2000" dirty="0"/>
              <a:t>Рис.14</a:t>
            </a:r>
            <a:endParaRPr lang="ru-RU" sz="2000" dirty="0"/>
          </a:p>
        </p:txBody>
      </p:sp>
      <p:sp>
        <p:nvSpPr>
          <p:cNvPr id="14" name="Rectangle 2"/>
          <p:cNvSpPr txBox="1">
            <a:spLocks noChangeArrowheads="1"/>
          </p:cNvSpPr>
          <p:nvPr/>
        </p:nvSpPr>
        <p:spPr bwMode="auto">
          <a:xfrm>
            <a:off x="179512" y="1628800"/>
            <a:ext cx="8785225" cy="14401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R="0" lvl="0" algn="just" defTabSz="914400" rtl="0" eaLnBrk="1" fontAlgn="base" latinLnBrk="0" hangingPunct="1">
              <a:lnSpc>
                <a:spcPct val="80000"/>
              </a:lnSpc>
              <a:spcBef>
                <a:spcPct val="0"/>
              </a:spcBef>
              <a:spcAft>
                <a:spcPct val="0"/>
              </a:spcAft>
              <a:buClrTx/>
              <a:buSzTx/>
              <a:buFontTx/>
              <a:buNone/>
              <a:tabLst/>
              <a:defRPr/>
            </a:pPr>
            <a:r>
              <a:rPr lang="ru-RU" altLang="ru-RU" sz="2000" kern="0" dirty="0">
                <a:latin typeface="+mn-lt"/>
              </a:rPr>
              <a:t>     При помощи кнопки </a:t>
            </a:r>
            <a:r>
              <a:rPr kumimoji="0" lang="ru-RU" altLang="ru-RU" sz="2000" b="1" u="none" strike="noStrike" kern="0" cap="none" spc="0" normalizeH="0" baseline="0" noProof="0" dirty="0">
                <a:ln>
                  <a:noFill/>
                </a:ln>
                <a:solidFill>
                  <a:schemeClr val="tx1"/>
                </a:solidFill>
                <a:effectLst/>
                <a:uLnTx/>
                <a:uFillTx/>
                <a:latin typeface="+mn-lt"/>
                <a:ea typeface="+mn-ea"/>
                <a:cs typeface="+mn-cs"/>
              </a:rPr>
              <a:t>Г</a:t>
            </a:r>
            <a:r>
              <a:rPr kumimoji="0" lang="ru-RU" altLang="ru-RU" sz="2000" b="1" i="0" u="none" strike="noStrike" kern="0" cap="none" spc="0" normalizeH="0" baseline="0" noProof="0" dirty="0">
                <a:ln>
                  <a:noFill/>
                </a:ln>
                <a:solidFill>
                  <a:schemeClr val="tx1"/>
                </a:solidFill>
                <a:effectLst/>
                <a:uLnTx/>
                <a:uFillTx/>
                <a:latin typeface="+mn-lt"/>
                <a:ea typeface="+mn-ea"/>
                <a:cs typeface="+mn-cs"/>
              </a:rPr>
              <a:t>рафик последовательности цен </a:t>
            </a:r>
            <a:r>
              <a:rPr kumimoji="0" lang="ru-RU" altLang="ru-RU" sz="2000" i="0" u="none" strike="noStrike" kern="0" cap="none" spc="0" normalizeH="0" baseline="0" noProof="0" dirty="0">
                <a:ln>
                  <a:noFill/>
                </a:ln>
                <a:solidFill>
                  <a:schemeClr val="tx1"/>
                </a:solidFill>
                <a:effectLst/>
                <a:uLnTx/>
                <a:uFillTx/>
                <a:latin typeface="+mn-lt"/>
                <a:ea typeface="+mn-ea"/>
                <a:cs typeface="+mn-cs"/>
              </a:rPr>
              <a:t>строится</a:t>
            </a:r>
            <a:r>
              <a:rPr kumimoji="0" lang="ru-RU" altLang="ru-RU" sz="2000" b="0" i="0" u="none" strike="noStrike" kern="0" cap="none" spc="0" normalizeH="0" baseline="0" noProof="0" dirty="0">
                <a:ln>
                  <a:noFill/>
                </a:ln>
                <a:solidFill>
                  <a:schemeClr val="tx1"/>
                </a:solidFill>
                <a:effectLst/>
                <a:uLnTx/>
                <a:uFillTx/>
                <a:latin typeface="+mn-lt"/>
                <a:ea typeface="+mn-ea"/>
                <a:cs typeface="+mn-cs"/>
              </a:rPr>
              <a:t> график последовательности цен.  Если было выбрано правило остановки </a:t>
            </a:r>
            <a:r>
              <a:rPr kumimoji="0" lang="ru-RU" altLang="ru-RU" sz="2000" b="1" i="0" u="none" strike="noStrike" kern="0" cap="none" spc="0" normalizeH="0" baseline="0" noProof="0" dirty="0">
                <a:ln>
                  <a:noFill/>
                </a:ln>
                <a:solidFill>
                  <a:schemeClr val="tx1"/>
                </a:solidFill>
                <a:effectLst/>
                <a:uLnTx/>
                <a:uFillTx/>
                <a:latin typeface="+mn-lt"/>
                <a:ea typeface="+mn-ea"/>
                <a:cs typeface="+mn-cs"/>
              </a:rPr>
              <a:t>По ошибке классификации </a:t>
            </a:r>
            <a:r>
              <a:rPr kumimoji="0" lang="ru-RU" altLang="ru-RU" sz="2000" b="0" i="0" u="none" strike="noStrike" kern="0" cap="none" spc="0" normalizeH="0" baseline="0" noProof="0" dirty="0">
                <a:ln>
                  <a:noFill/>
                </a:ln>
                <a:solidFill>
                  <a:schemeClr val="tx1"/>
                </a:solidFill>
                <a:effectLst/>
                <a:uLnTx/>
                <a:uFillTx/>
                <a:latin typeface="+mn-lt"/>
                <a:ea typeface="+mn-ea"/>
                <a:cs typeface="+mn-cs"/>
              </a:rPr>
              <a:t>или </a:t>
            </a:r>
            <a:r>
              <a:rPr kumimoji="0" lang="ru-RU" altLang="ru-RU" sz="2000" b="1" i="0" u="none" strike="noStrike" kern="0" cap="none" spc="0" normalizeH="0" baseline="0" noProof="0" dirty="0">
                <a:ln>
                  <a:noFill/>
                </a:ln>
                <a:solidFill>
                  <a:schemeClr val="tx1"/>
                </a:solidFill>
                <a:effectLst/>
                <a:uLnTx/>
                <a:uFillTx/>
                <a:latin typeface="+mn-lt"/>
                <a:ea typeface="+mn-ea"/>
                <a:cs typeface="+mn-cs"/>
              </a:rPr>
              <a:t>По отклонению</a:t>
            </a:r>
            <a:r>
              <a:rPr kumimoji="0" lang="ru-RU" altLang="ru-RU" sz="2000" b="0" i="0" u="none" strike="noStrike" kern="0" cap="none" spc="0" normalizeH="0" baseline="0" noProof="0" dirty="0">
                <a:ln>
                  <a:noFill/>
                </a:ln>
                <a:solidFill>
                  <a:schemeClr val="tx1"/>
                </a:solidFill>
                <a:effectLst/>
                <a:uLnTx/>
                <a:uFillTx/>
                <a:latin typeface="+mn-lt"/>
                <a:ea typeface="+mn-ea"/>
                <a:cs typeface="+mn-cs"/>
              </a:rPr>
              <a:t>, на графике изображаются цена кросс-проверки и цена обучения для каждого из последовательности деревьев.  Выбранное лучшее дерево «подходящего размера» помечено звездочкой . </a:t>
            </a:r>
          </a:p>
        </p:txBody>
      </p:sp>
      <p:pic>
        <p:nvPicPr>
          <p:cNvPr id="106505" name="Picture 9"/>
          <p:cNvPicPr>
            <a:picLocks noChangeAspect="1" noChangeArrowheads="1"/>
          </p:cNvPicPr>
          <p:nvPr/>
        </p:nvPicPr>
        <p:blipFill>
          <a:blip r:embed="rId3" cstate="print"/>
          <a:srcRect/>
          <a:stretch>
            <a:fillRect/>
          </a:stretch>
        </p:blipFill>
        <p:spPr bwMode="auto">
          <a:xfrm>
            <a:off x="1547664" y="3126358"/>
            <a:ext cx="5040560" cy="3731641"/>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7"/>
          <p:cNvPicPr>
            <a:picLocks noChangeAspect="1" noChangeArrowheads="1"/>
          </p:cNvPicPr>
          <p:nvPr/>
        </p:nvPicPr>
        <p:blipFill>
          <a:blip r:embed="rId2" cstate="print"/>
          <a:srcRect/>
          <a:stretch>
            <a:fillRect/>
          </a:stretch>
        </p:blipFill>
        <p:spPr bwMode="auto">
          <a:xfrm>
            <a:off x="3059832" y="2936637"/>
            <a:ext cx="5328592" cy="3921363"/>
          </a:xfrm>
          <a:prstGeom prst="rect">
            <a:avLst/>
          </a:prstGeom>
          <a:noFill/>
          <a:ln w="9525">
            <a:noFill/>
            <a:miter lim="800000"/>
            <a:headEnd/>
            <a:tailEnd/>
          </a:ln>
        </p:spPr>
      </p:pic>
      <p:pic>
        <p:nvPicPr>
          <p:cNvPr id="6" name="Picture 6"/>
          <p:cNvPicPr>
            <a:picLocks noChangeAspect="1" noChangeArrowheads="1"/>
          </p:cNvPicPr>
          <p:nvPr/>
        </p:nvPicPr>
        <p:blipFill>
          <a:blip r:embed="rId3" cstate="print"/>
          <a:srcRect/>
          <a:stretch>
            <a:fillRect/>
          </a:stretch>
        </p:blipFill>
        <p:spPr bwMode="auto">
          <a:xfrm>
            <a:off x="179512" y="4797152"/>
            <a:ext cx="2872822" cy="1368549"/>
          </a:xfrm>
          <a:prstGeom prst="rect">
            <a:avLst/>
          </a:prstGeom>
          <a:noFill/>
          <a:ln w="9525">
            <a:noFill/>
            <a:miter lim="800000"/>
            <a:headEnd/>
            <a:tailEnd/>
          </a:ln>
        </p:spPr>
      </p:pic>
      <p:sp>
        <p:nvSpPr>
          <p:cNvPr id="7" name="Rectangle 2"/>
          <p:cNvSpPr txBox="1">
            <a:spLocks noChangeArrowheads="1"/>
          </p:cNvSpPr>
          <p:nvPr/>
        </p:nvSpPr>
        <p:spPr bwMode="auto">
          <a:xfrm>
            <a:off x="323850" y="115888"/>
            <a:ext cx="8496300" cy="237700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just" eaLnBrk="1" hangingPunct="1">
              <a:lnSpc>
                <a:spcPct val="80000"/>
              </a:lnSpc>
            </a:pPr>
            <a:r>
              <a:rPr kumimoji="0" lang="ru-RU" altLang="ru-RU" sz="2800" b="0" i="0" u="none" strike="noStrike" kern="0" cap="none" spc="0" normalizeH="0" baseline="0" noProof="0" dirty="0">
                <a:ln>
                  <a:noFill/>
                </a:ln>
                <a:solidFill>
                  <a:schemeClr val="tx1"/>
                </a:solidFill>
                <a:effectLst/>
                <a:uLnTx/>
                <a:uFillTx/>
                <a:latin typeface="+mn-lt"/>
                <a:ea typeface="+mn-ea"/>
                <a:cs typeface="+mn-cs"/>
              </a:rPr>
              <a:t>   </a:t>
            </a:r>
            <a:r>
              <a:rPr lang="ru-RU" altLang="ru-RU" sz="2000" kern="0" dirty="0">
                <a:latin typeface="+mn-lt"/>
              </a:rPr>
              <a:t>Кнопка </a:t>
            </a:r>
            <a:r>
              <a:rPr lang="ru-RU" altLang="ru-RU" sz="2000" b="1" kern="0" dirty="0">
                <a:latin typeface="+mn-lt"/>
              </a:rPr>
              <a:t>Значимость</a:t>
            </a:r>
            <a:r>
              <a:rPr lang="ru-RU" altLang="ru-RU" sz="2000" i="1" kern="0" dirty="0">
                <a:latin typeface="+mn-lt"/>
              </a:rPr>
              <a:t> </a:t>
            </a:r>
            <a:r>
              <a:rPr kumimoji="0" lang="ru-RU" altLang="ru-RU" sz="2000" b="1" i="0" u="none" strike="noStrike" kern="0" cap="none" spc="0" normalizeH="0" baseline="0" noProof="0" dirty="0">
                <a:ln>
                  <a:noFill/>
                </a:ln>
                <a:solidFill>
                  <a:schemeClr val="tx1"/>
                </a:solidFill>
                <a:effectLst/>
                <a:uLnTx/>
                <a:uFillTx/>
                <a:latin typeface="+mn-lt"/>
                <a:ea typeface="+mn-ea"/>
                <a:cs typeface="+mn-cs"/>
              </a:rPr>
              <a:t>предиктора </a:t>
            </a:r>
            <a:r>
              <a:rPr kumimoji="0" lang="ru-RU" altLang="ru-RU" sz="2000" b="0" i="0" u="none" strike="noStrike" kern="0" cap="none" spc="0" normalizeH="0" baseline="0" noProof="0" dirty="0">
                <a:ln>
                  <a:noFill/>
                </a:ln>
                <a:solidFill>
                  <a:schemeClr val="tx1"/>
                </a:solidFill>
                <a:effectLst/>
                <a:uLnTx/>
                <a:uFillTx/>
                <a:latin typeface="+mn-lt"/>
                <a:ea typeface="+mn-ea"/>
                <a:cs typeface="+mn-cs"/>
              </a:rPr>
              <a:t>доступна, если выбрано дискриминантное одномерное ветвление или полный перебор деревьев с одномерным ветвлением по методу </a:t>
            </a:r>
            <a:r>
              <a:rPr kumimoji="0" lang="ru-RU" altLang="ru-RU" sz="2000" b="0" i="1" u="none" strike="noStrike" kern="0" cap="none" spc="0" normalizeH="0" baseline="0" noProof="0" dirty="0">
                <a:ln>
                  <a:noFill/>
                </a:ln>
                <a:solidFill>
                  <a:schemeClr val="tx1"/>
                </a:solidFill>
                <a:effectLst/>
                <a:uLnTx/>
                <a:uFillTx/>
                <a:latin typeface="+mn-lt"/>
                <a:ea typeface="+mn-ea"/>
                <a:cs typeface="+mn-cs"/>
              </a:rPr>
              <a:t>C</a:t>
            </a:r>
            <a:r>
              <a:rPr kumimoji="0" lang="en-US" altLang="ru-RU" sz="2000" b="0" i="1" u="none" strike="noStrike" kern="0" cap="none" spc="0" normalizeH="0" baseline="0" noProof="0" dirty="0">
                <a:ln>
                  <a:noFill/>
                </a:ln>
                <a:solidFill>
                  <a:schemeClr val="tx1"/>
                </a:solidFill>
                <a:effectLst/>
                <a:uLnTx/>
                <a:uFillTx/>
                <a:latin typeface="+mn-lt"/>
                <a:ea typeface="+mn-ea"/>
                <a:cs typeface="+mn-cs"/>
              </a:rPr>
              <a:t>&amp;</a:t>
            </a:r>
            <a:r>
              <a:rPr kumimoji="0" lang="ru-RU" altLang="ru-RU" sz="2000" b="0" i="1" u="none" strike="noStrike" kern="0" cap="none" spc="0" normalizeH="0" baseline="0" noProof="0" dirty="0">
                <a:ln>
                  <a:noFill/>
                </a:ln>
                <a:solidFill>
                  <a:schemeClr val="tx1"/>
                </a:solidFill>
                <a:effectLst/>
                <a:uLnTx/>
                <a:uFillTx/>
                <a:latin typeface="+mn-lt"/>
                <a:ea typeface="+mn-ea"/>
                <a:cs typeface="+mn-cs"/>
              </a:rPr>
              <a:t>RT.</a:t>
            </a:r>
            <a:r>
              <a:rPr kumimoji="0" lang="ru-RU" altLang="ru-RU" sz="2000" b="0" i="0" u="none" strike="noStrike" kern="0" cap="none" spc="0" normalizeH="0" baseline="0" noProof="0" dirty="0">
                <a:ln>
                  <a:noFill/>
                </a:ln>
                <a:solidFill>
                  <a:schemeClr val="tx1"/>
                </a:solidFill>
                <a:effectLst/>
                <a:uLnTx/>
                <a:uFillTx/>
                <a:latin typeface="+mn-lt"/>
                <a:ea typeface="+mn-ea"/>
                <a:cs typeface="+mn-cs"/>
              </a:rPr>
              <a:t>  При нажатии этой кнопки раскрывается таблица результатов</a:t>
            </a:r>
            <a:r>
              <a:rPr lang="ru-RU" altLang="ru-RU" sz="2000" kern="0" dirty="0"/>
              <a:t> (рис. 15), </a:t>
            </a:r>
            <a:r>
              <a:rPr kumimoji="0" lang="ru-RU" altLang="ru-RU" sz="2000" b="0" i="0" u="none" strike="noStrike" kern="0" cap="none" spc="0" normalizeH="0" baseline="0" noProof="0" dirty="0">
                <a:ln>
                  <a:noFill/>
                </a:ln>
                <a:solidFill>
                  <a:schemeClr val="tx1"/>
                </a:solidFill>
                <a:effectLst/>
                <a:uLnTx/>
                <a:uFillTx/>
                <a:latin typeface="+mn-lt"/>
                <a:ea typeface="+mn-ea"/>
                <a:cs typeface="+mn-cs"/>
              </a:rPr>
              <a:t>в которой для каждой переменной устанавливается ранг ее значимости (важности) по 100-балльной шкале. Из таблицы следует, что долгота циклонов </a:t>
            </a:r>
            <a:r>
              <a:rPr kumimoji="0" lang="ru-RU" altLang="ru-RU" sz="2000" b="0" i="1" u="none" strike="noStrike" kern="0" cap="none" spc="0" normalizeH="0" baseline="0" noProof="0" dirty="0">
                <a:ln>
                  <a:noFill/>
                </a:ln>
                <a:solidFill>
                  <a:schemeClr val="tx1"/>
                </a:solidFill>
                <a:effectLst/>
                <a:uLnTx/>
                <a:uFillTx/>
                <a:latin typeface="+mn-lt"/>
                <a:ea typeface="+mn-ea"/>
                <a:cs typeface="+mn-cs"/>
              </a:rPr>
              <a:t>Longitude</a:t>
            </a:r>
            <a:r>
              <a:rPr kumimoji="0" lang="ru-RU" altLang="ru-RU" sz="2000" b="0" i="0" u="none" strike="noStrike" kern="0" cap="none" spc="0" normalizeH="0" baseline="0" noProof="0" dirty="0">
                <a:ln>
                  <a:noFill/>
                </a:ln>
                <a:solidFill>
                  <a:schemeClr val="tx1"/>
                </a:solidFill>
                <a:effectLst/>
                <a:uLnTx/>
                <a:uFillTx/>
                <a:latin typeface="+mn-lt"/>
                <a:ea typeface="+mn-ea"/>
                <a:cs typeface="+mn-cs"/>
              </a:rPr>
              <a:t>  наиболее важный предиктор в модели классификации.</a:t>
            </a:r>
            <a:r>
              <a:rPr kumimoji="0" lang="ru-RU" altLang="ru-RU" sz="2000" b="0" i="0" u="none" strike="noStrike" kern="0" cap="none" spc="0" normalizeH="0" noProof="0" dirty="0">
                <a:ln>
                  <a:noFill/>
                </a:ln>
                <a:solidFill>
                  <a:schemeClr val="tx1"/>
                </a:solidFill>
                <a:effectLst/>
                <a:uLnTx/>
                <a:uFillTx/>
                <a:latin typeface="+mn-lt"/>
                <a:ea typeface="+mn-ea"/>
                <a:cs typeface="+mn-cs"/>
              </a:rPr>
              <a:t> </a:t>
            </a:r>
            <a:endParaRPr kumimoji="0" lang="ru-RU" altLang="ru-RU" sz="2000" b="0" i="1" u="none" strike="noStrike" kern="0" cap="none" spc="0" normalizeH="0" baseline="0" noProof="0" dirty="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80000"/>
              </a:lnSpc>
              <a:spcBef>
                <a:spcPct val="0"/>
              </a:spcBef>
              <a:spcAft>
                <a:spcPct val="0"/>
              </a:spcAft>
              <a:buClrTx/>
              <a:buSzTx/>
              <a:buFontTx/>
              <a:buNone/>
              <a:tabLst/>
              <a:defRPr/>
            </a:pPr>
            <a:r>
              <a:rPr kumimoji="0" lang="ru-RU" altLang="ru-RU" sz="2000" b="0" u="none" strike="noStrike" kern="0" cap="none" spc="0" normalizeH="0" baseline="0" noProof="0" dirty="0">
                <a:ln>
                  <a:noFill/>
                </a:ln>
                <a:solidFill>
                  <a:schemeClr val="tx1"/>
                </a:solidFill>
                <a:effectLst/>
                <a:uLnTx/>
                <a:uFillTx/>
                <a:latin typeface="+mn-lt"/>
                <a:ea typeface="+mn-ea"/>
                <a:cs typeface="+mn-cs"/>
              </a:rPr>
              <a:t>    Кнопка </a:t>
            </a:r>
            <a:r>
              <a:rPr kumimoji="0" lang="ru-RU" altLang="ru-RU" sz="2000" b="1" u="none" strike="noStrike" kern="0" cap="none" spc="0" normalizeH="0" baseline="0" noProof="0" dirty="0">
                <a:ln>
                  <a:noFill/>
                </a:ln>
                <a:solidFill>
                  <a:schemeClr val="tx1"/>
                </a:solidFill>
                <a:effectLst/>
                <a:uLnTx/>
                <a:uFillTx/>
                <a:latin typeface="+mn-lt"/>
                <a:ea typeface="+mn-ea"/>
                <a:cs typeface="+mn-cs"/>
              </a:rPr>
              <a:t>График </a:t>
            </a:r>
            <a:r>
              <a:rPr kumimoji="0" lang="ru-RU" altLang="ru-RU" sz="2000" b="1" i="0" u="none" strike="noStrike" kern="0" cap="none" spc="0" normalizeH="0" baseline="0" noProof="0" dirty="0">
                <a:ln>
                  <a:noFill/>
                </a:ln>
                <a:solidFill>
                  <a:schemeClr val="tx1"/>
                </a:solidFill>
                <a:effectLst/>
                <a:uLnTx/>
                <a:uFillTx/>
                <a:latin typeface="+mn-lt"/>
                <a:ea typeface="+mn-ea"/>
                <a:cs typeface="+mn-cs"/>
              </a:rPr>
              <a:t>значимости</a:t>
            </a:r>
            <a:r>
              <a:rPr kumimoji="0" lang="ru-RU" altLang="ru-RU" sz="2000" b="1" i="1" u="none" strike="noStrike" kern="0" cap="none" spc="0" normalizeH="0" baseline="0" noProof="0" dirty="0">
                <a:ln>
                  <a:noFill/>
                </a:ln>
                <a:solidFill>
                  <a:schemeClr val="tx1"/>
                </a:solidFill>
                <a:effectLst/>
                <a:uLnTx/>
                <a:uFillTx/>
                <a:latin typeface="+mn-lt"/>
                <a:ea typeface="+mn-ea"/>
                <a:cs typeface="+mn-cs"/>
              </a:rPr>
              <a:t> </a:t>
            </a:r>
            <a:r>
              <a:rPr kumimoji="0" lang="ru-RU" altLang="ru-RU" sz="2000" u="none" strike="noStrike" kern="0" cap="none" spc="0" normalizeH="0" baseline="0" noProof="0" dirty="0">
                <a:ln>
                  <a:noFill/>
                </a:ln>
                <a:solidFill>
                  <a:schemeClr val="tx1"/>
                </a:solidFill>
                <a:effectLst/>
                <a:uLnTx/>
                <a:uFillTx/>
                <a:latin typeface="+mn-lt"/>
                <a:ea typeface="+mn-ea"/>
                <a:cs typeface="+mn-cs"/>
              </a:rPr>
              <a:t>(рис.16) </a:t>
            </a:r>
            <a:r>
              <a:rPr kumimoji="0" lang="ru-RU" altLang="ru-RU" sz="2000" b="0" i="0" u="none" strike="noStrike" kern="0" cap="none" spc="0" normalizeH="0" baseline="0" noProof="0" dirty="0">
                <a:ln>
                  <a:noFill/>
                </a:ln>
                <a:solidFill>
                  <a:schemeClr val="tx1"/>
                </a:solidFill>
                <a:effectLst/>
                <a:uLnTx/>
                <a:uFillTx/>
                <a:latin typeface="+mn-lt"/>
                <a:ea typeface="+mn-ea"/>
                <a:cs typeface="+mn-cs"/>
              </a:rPr>
              <a:t>изображает столбчатую диаграмму значимости предикторов. </a:t>
            </a:r>
            <a:endParaRPr kumimoji="0" lang="ru-RU" altLang="ru-RU" sz="2000" b="0" i="1" u="none" strike="noStrike" kern="0" cap="none" spc="0" normalizeH="0" baseline="0" noProof="0" dirty="0">
              <a:ln>
                <a:noFill/>
              </a:ln>
              <a:solidFill>
                <a:schemeClr val="tx1"/>
              </a:solidFill>
              <a:effectLst/>
              <a:uLnTx/>
              <a:uFillTx/>
              <a:latin typeface="+mn-lt"/>
              <a:ea typeface="+mn-ea"/>
              <a:cs typeface="+mn-cs"/>
            </a:endParaRPr>
          </a:p>
        </p:txBody>
      </p:sp>
      <p:sp>
        <p:nvSpPr>
          <p:cNvPr id="9" name="Прямоугольник 8"/>
          <p:cNvSpPr/>
          <p:nvPr/>
        </p:nvSpPr>
        <p:spPr>
          <a:xfrm>
            <a:off x="8243392" y="6457890"/>
            <a:ext cx="900608" cy="400110"/>
          </a:xfrm>
          <a:prstGeom prst="rect">
            <a:avLst/>
          </a:prstGeom>
        </p:spPr>
        <p:txBody>
          <a:bodyPr wrap="square">
            <a:spAutoFit/>
          </a:bodyPr>
          <a:lstStyle/>
          <a:p>
            <a:r>
              <a:rPr lang="ru-RU" altLang="ru-RU" sz="2000" dirty="0"/>
              <a:t>Рис.16</a:t>
            </a:r>
            <a:endParaRPr lang="ru-RU" sz="2000" dirty="0"/>
          </a:p>
        </p:txBody>
      </p:sp>
      <p:sp>
        <p:nvSpPr>
          <p:cNvPr id="10" name="Прямоугольник 9"/>
          <p:cNvSpPr/>
          <p:nvPr/>
        </p:nvSpPr>
        <p:spPr>
          <a:xfrm>
            <a:off x="1187624" y="6165304"/>
            <a:ext cx="900608" cy="400110"/>
          </a:xfrm>
          <a:prstGeom prst="rect">
            <a:avLst/>
          </a:prstGeom>
        </p:spPr>
        <p:txBody>
          <a:bodyPr wrap="square">
            <a:spAutoFit/>
          </a:bodyPr>
          <a:lstStyle/>
          <a:p>
            <a:r>
              <a:rPr lang="ru-RU" altLang="ru-RU" sz="2000" dirty="0"/>
              <a:t>Рис.15</a:t>
            </a:r>
            <a:endParaRPr lang="ru-RU"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3"/>
          <p:cNvSpPr>
            <a:spLocks noChangeArrowheads="1"/>
          </p:cNvSpPr>
          <p:nvPr/>
        </p:nvSpPr>
        <p:spPr bwMode="auto">
          <a:xfrm>
            <a:off x="179388" y="188913"/>
            <a:ext cx="8153400" cy="1938992"/>
          </a:xfrm>
          <a:prstGeom prst="rect">
            <a:avLst/>
          </a:prstGeom>
          <a:noFill/>
          <a:ln w="9525">
            <a:noFill/>
            <a:miter lim="800000"/>
            <a:headEnd/>
            <a:tailEnd/>
          </a:ln>
        </p:spPr>
        <p:txBody>
          <a:bodyPr wrap="square">
            <a:spAutoFit/>
          </a:bodyPr>
          <a:lstStyle/>
          <a:p>
            <a:pPr algn="just" eaLnBrk="1" hangingPunct="1"/>
            <a:r>
              <a:rPr lang="ru-RU" altLang="ru-RU" sz="2000" dirty="0"/>
              <a:t>    На вкладке </a:t>
            </a:r>
            <a:r>
              <a:rPr lang="ru-RU" altLang="ru-RU" sz="2000" b="1" dirty="0"/>
              <a:t>Классификация </a:t>
            </a:r>
            <a:r>
              <a:rPr lang="ru-RU" altLang="ru-RU" sz="2000" dirty="0"/>
              <a:t>(рис.17) приведены таблицы, непосредственно характеризующие результаты классификации построенным деревом объекты (ураганы).</a:t>
            </a:r>
            <a:r>
              <a:rPr lang="ru-RU" altLang="ru-RU" sz="2000" b="1" dirty="0"/>
              <a:t> </a:t>
            </a:r>
            <a:r>
              <a:rPr lang="ru-RU" altLang="ru-RU" sz="2000" dirty="0"/>
              <a:t>Кнопки </a:t>
            </a:r>
            <a:r>
              <a:rPr lang="ru-RU" altLang="ru-RU" sz="2000" b="1" dirty="0"/>
              <a:t>Цена ошибок классификации </a:t>
            </a:r>
            <a:r>
              <a:rPr lang="ru-RU" altLang="ru-RU" sz="2000" dirty="0"/>
              <a:t>и</a:t>
            </a:r>
            <a:r>
              <a:rPr lang="ru-RU" altLang="ru-RU" sz="2000" b="1" dirty="0"/>
              <a:t> Скорректированные вероятности</a:t>
            </a:r>
            <a:r>
              <a:rPr lang="ru-RU" altLang="ru-RU" sz="2000" dirty="0"/>
              <a:t> были бы активны, если на вкладке </a:t>
            </a:r>
            <a:r>
              <a:rPr lang="ru-RU" altLang="ru-RU" sz="2000" b="1" dirty="0"/>
              <a:t>Методы</a:t>
            </a:r>
            <a:r>
              <a:rPr lang="ru-RU" altLang="ru-RU" sz="2000" dirty="0"/>
              <a:t> (рис.5) задали пользовательские цены ошибок классификации. </a:t>
            </a:r>
          </a:p>
        </p:txBody>
      </p:sp>
      <p:pic>
        <p:nvPicPr>
          <p:cNvPr id="50177" name="Picture 1"/>
          <p:cNvPicPr>
            <a:picLocks noChangeAspect="1" noChangeArrowheads="1"/>
          </p:cNvPicPr>
          <p:nvPr/>
        </p:nvPicPr>
        <p:blipFill>
          <a:blip r:embed="rId2" cstate="print"/>
          <a:srcRect/>
          <a:stretch>
            <a:fillRect/>
          </a:stretch>
        </p:blipFill>
        <p:spPr bwMode="auto">
          <a:xfrm>
            <a:off x="539552" y="2420888"/>
            <a:ext cx="7679842" cy="3795529"/>
          </a:xfrm>
          <a:prstGeom prst="rect">
            <a:avLst/>
          </a:prstGeom>
          <a:noFill/>
          <a:ln w="9525">
            <a:noFill/>
            <a:miter lim="800000"/>
            <a:headEnd/>
            <a:tailEnd/>
          </a:ln>
        </p:spPr>
      </p:pic>
      <p:sp>
        <p:nvSpPr>
          <p:cNvPr id="4" name="Прямоугольник 3"/>
          <p:cNvSpPr/>
          <p:nvPr/>
        </p:nvSpPr>
        <p:spPr>
          <a:xfrm>
            <a:off x="3851920" y="6165304"/>
            <a:ext cx="900608" cy="400110"/>
          </a:xfrm>
          <a:prstGeom prst="rect">
            <a:avLst/>
          </a:prstGeom>
        </p:spPr>
        <p:txBody>
          <a:bodyPr wrap="square">
            <a:spAutoFit/>
          </a:bodyPr>
          <a:lstStyle/>
          <a:p>
            <a:r>
              <a:rPr lang="ru-RU" altLang="ru-RU" sz="2000" dirty="0"/>
              <a:t>Рис.17</a:t>
            </a:r>
            <a:endParaRPr lang="ru-RU"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0" name="Picture 2"/>
          <p:cNvPicPr>
            <a:picLocks noChangeAspect="1" noChangeArrowheads="1"/>
          </p:cNvPicPr>
          <p:nvPr/>
        </p:nvPicPr>
        <p:blipFill>
          <a:blip r:embed="rId2" cstate="print"/>
          <a:srcRect/>
          <a:stretch>
            <a:fillRect/>
          </a:stretch>
        </p:blipFill>
        <p:spPr bwMode="auto">
          <a:xfrm>
            <a:off x="251520" y="3789040"/>
            <a:ext cx="3285899" cy="1553716"/>
          </a:xfrm>
          <a:prstGeom prst="rect">
            <a:avLst/>
          </a:prstGeom>
          <a:noFill/>
          <a:ln w="9525">
            <a:noFill/>
            <a:miter lim="800000"/>
            <a:headEnd/>
            <a:tailEnd/>
          </a:ln>
        </p:spPr>
      </p:pic>
      <p:pic>
        <p:nvPicPr>
          <p:cNvPr id="114691" name="Picture 3"/>
          <p:cNvPicPr>
            <a:picLocks noChangeAspect="1" noChangeArrowheads="1"/>
          </p:cNvPicPr>
          <p:nvPr/>
        </p:nvPicPr>
        <p:blipFill>
          <a:blip r:embed="rId3" cstate="print"/>
          <a:srcRect/>
          <a:stretch>
            <a:fillRect/>
          </a:stretch>
        </p:blipFill>
        <p:spPr bwMode="auto">
          <a:xfrm>
            <a:off x="4644008" y="3573016"/>
            <a:ext cx="3168352" cy="1639496"/>
          </a:xfrm>
          <a:prstGeom prst="rect">
            <a:avLst/>
          </a:prstGeom>
          <a:noFill/>
          <a:ln w="9525">
            <a:noFill/>
            <a:miter lim="800000"/>
            <a:headEnd/>
            <a:tailEnd/>
          </a:ln>
        </p:spPr>
      </p:pic>
      <p:pic>
        <p:nvPicPr>
          <p:cNvPr id="114692" name="Picture 4"/>
          <p:cNvPicPr>
            <a:picLocks noChangeAspect="1" noChangeArrowheads="1"/>
          </p:cNvPicPr>
          <p:nvPr/>
        </p:nvPicPr>
        <p:blipFill>
          <a:blip r:embed="rId4" cstate="print"/>
          <a:srcRect/>
          <a:stretch>
            <a:fillRect/>
          </a:stretch>
        </p:blipFill>
        <p:spPr bwMode="auto">
          <a:xfrm>
            <a:off x="179512" y="5373216"/>
            <a:ext cx="3370859" cy="1277491"/>
          </a:xfrm>
          <a:prstGeom prst="rect">
            <a:avLst/>
          </a:prstGeom>
          <a:noFill/>
          <a:ln w="9525">
            <a:noFill/>
            <a:miter lim="800000"/>
            <a:headEnd/>
            <a:tailEnd/>
          </a:ln>
        </p:spPr>
      </p:pic>
      <p:pic>
        <p:nvPicPr>
          <p:cNvPr id="114693" name="Picture 5"/>
          <p:cNvPicPr>
            <a:picLocks noChangeAspect="1" noChangeArrowheads="1"/>
          </p:cNvPicPr>
          <p:nvPr/>
        </p:nvPicPr>
        <p:blipFill>
          <a:blip r:embed="rId5" cstate="print"/>
          <a:srcRect/>
          <a:stretch>
            <a:fillRect/>
          </a:stretch>
        </p:blipFill>
        <p:spPr bwMode="auto">
          <a:xfrm>
            <a:off x="4355976" y="5222751"/>
            <a:ext cx="3479020" cy="1635249"/>
          </a:xfrm>
          <a:prstGeom prst="rect">
            <a:avLst/>
          </a:prstGeom>
          <a:noFill/>
          <a:ln w="9525">
            <a:noFill/>
            <a:miter lim="800000"/>
            <a:headEnd/>
            <a:tailEnd/>
          </a:ln>
        </p:spPr>
      </p:pic>
      <p:sp>
        <p:nvSpPr>
          <p:cNvPr id="8" name="Содержимое 6"/>
          <p:cNvSpPr>
            <a:spLocks noGrp="1" noChangeArrowheads="1"/>
          </p:cNvSpPr>
          <p:nvPr>
            <p:ph/>
          </p:nvPr>
        </p:nvSpPr>
        <p:spPr>
          <a:xfrm>
            <a:off x="0" y="0"/>
            <a:ext cx="8964487" cy="3600400"/>
          </a:xfrm>
        </p:spPr>
        <p:txBody>
          <a:bodyPr/>
          <a:lstStyle/>
          <a:p>
            <a:pPr algn="just"/>
            <a:endParaRPr lang="ru-RU" altLang="ru-RU" sz="2000" dirty="0"/>
          </a:p>
          <a:p>
            <a:pPr algn="just"/>
            <a:r>
              <a:rPr lang="ru-RU" altLang="ru-RU" sz="2000" dirty="0"/>
              <a:t>      Кнопка </a:t>
            </a:r>
            <a:r>
              <a:rPr lang="ru-RU" altLang="ru-RU" sz="2000" b="1" dirty="0"/>
              <a:t>Объекты в классах </a:t>
            </a:r>
            <a:r>
              <a:rPr lang="en-US" altLang="ru-RU" sz="2000" dirty="0"/>
              <a:t> </a:t>
            </a:r>
            <a:r>
              <a:rPr lang="ru-RU" altLang="ru-RU" sz="2000" dirty="0"/>
              <a:t>выводит таблицу с результатами классификации (рис.18). Из таблицы следует, что 19 ураганов </a:t>
            </a:r>
            <a:r>
              <a:rPr lang="en-US" altLang="ru-RU" sz="2000" dirty="0"/>
              <a:t>Baro</a:t>
            </a:r>
            <a:r>
              <a:rPr lang="ru-RU" altLang="ru-RU" sz="2000" dirty="0"/>
              <a:t> деревом правильно классифицированы как </a:t>
            </a:r>
            <a:r>
              <a:rPr lang="en-US" altLang="ru-RU" sz="2000" b="1" dirty="0"/>
              <a:t>Baro</a:t>
            </a:r>
            <a:r>
              <a:rPr lang="ru-RU" altLang="ru-RU" sz="2000" dirty="0"/>
              <a:t>, 17 ураганов </a:t>
            </a:r>
            <a:r>
              <a:rPr lang="en-US" altLang="ru-RU" sz="2000" b="1" dirty="0"/>
              <a:t>Trop</a:t>
            </a:r>
            <a:r>
              <a:rPr lang="ru-RU" altLang="ru-RU" sz="2000" dirty="0"/>
              <a:t> классифицированы верно как </a:t>
            </a:r>
            <a:r>
              <a:rPr lang="en-US" altLang="ru-RU" sz="2000" b="1" dirty="0"/>
              <a:t>Trop</a:t>
            </a:r>
            <a:r>
              <a:rPr lang="ru-RU" altLang="ru-RU" sz="2000" dirty="0"/>
              <a:t> и 1 ураган ошибочно отнесен к </a:t>
            </a:r>
            <a:r>
              <a:rPr lang="en-US" altLang="ru-RU" sz="2000" b="1" dirty="0"/>
              <a:t>Baro</a:t>
            </a:r>
            <a:r>
              <a:rPr lang="ru-RU" altLang="ru-RU" sz="2000" dirty="0"/>
              <a:t>. Кнопка </a:t>
            </a:r>
            <a:r>
              <a:rPr lang="ru-RU" altLang="ru-RU" sz="2000" b="1" dirty="0"/>
              <a:t>Вершины в классах </a:t>
            </a:r>
            <a:r>
              <a:rPr lang="ru-RU" altLang="ru-RU" sz="2000" dirty="0"/>
              <a:t>выводит таблицу (рис.19) с количеством наблюдений каждого класса в терминальных вершинах. Кнопка </a:t>
            </a:r>
            <a:r>
              <a:rPr lang="ru-RU" altLang="ru-RU" sz="2000" b="1" dirty="0"/>
              <a:t>Априорные вероятности </a:t>
            </a:r>
            <a:r>
              <a:rPr lang="ru-RU" altLang="ru-RU" sz="2000" dirty="0"/>
              <a:t>позволяет отобразить таблицу с вычисленными значениями априорных вероятностей (рис.20), которые равны относительным частотам типов ураганов в совокупности, так как на вкладке </a:t>
            </a:r>
            <a:r>
              <a:rPr lang="ru-RU" altLang="ru-RU" sz="2000" b="1" dirty="0"/>
              <a:t>Методы</a:t>
            </a:r>
            <a:r>
              <a:rPr lang="ru-RU" altLang="ru-RU" sz="2000" dirty="0"/>
              <a:t> (рис.5) в рамке </a:t>
            </a:r>
            <a:r>
              <a:rPr lang="ru-RU" altLang="ru-RU" sz="2000" b="1" dirty="0"/>
              <a:t>Априорные вероятности </a:t>
            </a:r>
            <a:r>
              <a:rPr lang="ru-RU" altLang="ru-RU" sz="2000" dirty="0"/>
              <a:t>была выбрана опция </a:t>
            </a:r>
            <a:r>
              <a:rPr lang="ru-RU" altLang="ru-RU" sz="2000" b="1" dirty="0"/>
              <a:t>Пользовательские. </a:t>
            </a:r>
            <a:r>
              <a:rPr lang="ru-RU" altLang="ru-RU" sz="2000" dirty="0"/>
              <a:t>Кнопка</a:t>
            </a:r>
            <a:r>
              <a:rPr lang="ru-RU" altLang="ru-RU" sz="2000" b="1" dirty="0"/>
              <a:t> Ошибки классификации </a:t>
            </a:r>
            <a:r>
              <a:rPr lang="ru-RU" altLang="ru-RU" sz="2000" dirty="0"/>
              <a:t>выводит табл.21 с ошибками классификации   </a:t>
            </a:r>
          </a:p>
          <a:p>
            <a:pPr marL="0" indent="0">
              <a:spcBef>
                <a:spcPct val="0"/>
              </a:spcBef>
              <a:buFontTx/>
              <a:buNone/>
            </a:pPr>
            <a:endParaRPr lang="ru-RU" altLang="ru-RU" sz="2000" dirty="0"/>
          </a:p>
        </p:txBody>
      </p:sp>
      <p:sp>
        <p:nvSpPr>
          <p:cNvPr id="9" name="Прямоугольник 8"/>
          <p:cNvSpPr/>
          <p:nvPr/>
        </p:nvSpPr>
        <p:spPr>
          <a:xfrm>
            <a:off x="3491880" y="4869160"/>
            <a:ext cx="900608" cy="400110"/>
          </a:xfrm>
          <a:prstGeom prst="rect">
            <a:avLst/>
          </a:prstGeom>
        </p:spPr>
        <p:txBody>
          <a:bodyPr wrap="square">
            <a:spAutoFit/>
          </a:bodyPr>
          <a:lstStyle/>
          <a:p>
            <a:r>
              <a:rPr lang="ru-RU" altLang="ru-RU" sz="2000" dirty="0"/>
              <a:t>Рис.18</a:t>
            </a:r>
            <a:endParaRPr lang="ru-RU" sz="2000" dirty="0"/>
          </a:p>
        </p:txBody>
      </p:sp>
      <p:sp>
        <p:nvSpPr>
          <p:cNvPr id="10" name="Прямоугольник 9"/>
          <p:cNvSpPr/>
          <p:nvPr/>
        </p:nvSpPr>
        <p:spPr>
          <a:xfrm>
            <a:off x="7740352" y="4653136"/>
            <a:ext cx="900608" cy="400110"/>
          </a:xfrm>
          <a:prstGeom prst="rect">
            <a:avLst/>
          </a:prstGeom>
        </p:spPr>
        <p:txBody>
          <a:bodyPr wrap="square">
            <a:spAutoFit/>
          </a:bodyPr>
          <a:lstStyle/>
          <a:p>
            <a:r>
              <a:rPr lang="ru-RU" altLang="ru-RU" sz="2000" dirty="0"/>
              <a:t>Рис.19</a:t>
            </a:r>
            <a:endParaRPr lang="ru-RU" sz="2000" dirty="0"/>
          </a:p>
        </p:txBody>
      </p:sp>
      <p:sp>
        <p:nvSpPr>
          <p:cNvPr id="11" name="Прямоугольник 10"/>
          <p:cNvSpPr/>
          <p:nvPr/>
        </p:nvSpPr>
        <p:spPr>
          <a:xfrm>
            <a:off x="3491880" y="6237312"/>
            <a:ext cx="900608" cy="400110"/>
          </a:xfrm>
          <a:prstGeom prst="rect">
            <a:avLst/>
          </a:prstGeom>
        </p:spPr>
        <p:txBody>
          <a:bodyPr wrap="square">
            <a:spAutoFit/>
          </a:bodyPr>
          <a:lstStyle/>
          <a:p>
            <a:r>
              <a:rPr lang="ru-RU" altLang="ru-RU" sz="2000" dirty="0"/>
              <a:t>Рис.20</a:t>
            </a:r>
            <a:endParaRPr lang="ru-RU" sz="2000" dirty="0"/>
          </a:p>
        </p:txBody>
      </p:sp>
      <p:sp>
        <p:nvSpPr>
          <p:cNvPr id="12" name="Прямоугольник 11"/>
          <p:cNvSpPr/>
          <p:nvPr/>
        </p:nvSpPr>
        <p:spPr>
          <a:xfrm>
            <a:off x="7812360" y="6237312"/>
            <a:ext cx="900608" cy="400110"/>
          </a:xfrm>
          <a:prstGeom prst="rect">
            <a:avLst/>
          </a:prstGeom>
        </p:spPr>
        <p:txBody>
          <a:bodyPr wrap="square">
            <a:spAutoFit/>
          </a:bodyPr>
          <a:lstStyle/>
          <a:p>
            <a:r>
              <a:rPr lang="ru-RU" altLang="ru-RU" sz="2000" dirty="0"/>
              <a:t>Рис.21</a:t>
            </a:r>
            <a:endParaRPr lang="ru-RU"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a:spLocks noChangeArrowheads="1"/>
          </p:cNvSpPr>
          <p:nvPr/>
        </p:nvSpPr>
        <p:spPr bwMode="auto">
          <a:xfrm>
            <a:off x="251520" y="188913"/>
            <a:ext cx="8424168" cy="1815882"/>
          </a:xfrm>
          <a:prstGeom prst="rect">
            <a:avLst/>
          </a:prstGeom>
          <a:noFill/>
          <a:ln w="9525">
            <a:noFill/>
            <a:miter lim="800000"/>
            <a:headEnd/>
            <a:tailEnd/>
          </a:ln>
        </p:spPr>
        <p:txBody>
          <a:bodyPr wrap="square">
            <a:spAutoFit/>
          </a:bodyPr>
          <a:lstStyle/>
          <a:p>
            <a:pPr algn="just" eaLnBrk="1" hangingPunct="1">
              <a:lnSpc>
                <a:spcPct val="80000"/>
              </a:lnSpc>
            </a:pPr>
            <a:r>
              <a:rPr lang="ru-RU" altLang="ru-RU" sz="2000" dirty="0"/>
              <a:t>На последней вкладке </a:t>
            </a:r>
            <a:r>
              <a:rPr lang="ru-RU" altLang="ru-RU" sz="2000" b="1" dirty="0"/>
              <a:t>Кросс-проверка</a:t>
            </a:r>
            <a:r>
              <a:rPr lang="ru-RU" altLang="ru-RU" sz="2000" dirty="0"/>
              <a:t> (рис.22) можно посмотреть результаты различных вариантов кросс-проверки. Кнопки варианта 1 кросс-проверки </a:t>
            </a:r>
            <a:r>
              <a:rPr lang="ru-RU" altLang="ru-RU" sz="2000" b="1" dirty="0"/>
              <a:t>Матрица ошибок классификации </a:t>
            </a:r>
            <a:r>
              <a:rPr lang="ru-RU" altLang="ru-RU" sz="2000" dirty="0"/>
              <a:t>и </a:t>
            </a:r>
            <a:r>
              <a:rPr lang="ru-RU" altLang="ru-RU" sz="2000" b="1" dirty="0"/>
              <a:t>Предсказанные классы </a:t>
            </a:r>
            <a:r>
              <a:rPr lang="ru-RU" altLang="ru-RU" sz="2000" dirty="0"/>
              <a:t>в рамке </a:t>
            </a:r>
            <a:r>
              <a:rPr lang="ru-RU" altLang="ru-RU" sz="2000" b="1" dirty="0"/>
              <a:t>Тестовая выборка </a:t>
            </a:r>
            <a:r>
              <a:rPr lang="ru-RU" altLang="ru-RU" sz="2000" dirty="0"/>
              <a:t>были бы доступны, если бы в данных присутствовала переменная </a:t>
            </a:r>
            <a:r>
              <a:rPr lang="ru-RU" altLang="ru-RU" sz="2000" b="1" dirty="0"/>
              <a:t>Идентификатор</a:t>
            </a:r>
            <a:r>
              <a:rPr lang="ru-RU" altLang="ru-RU" sz="2000" dirty="0"/>
              <a:t>, разбивающая объекты классификации на обучающую и тестовую выборки. </a:t>
            </a:r>
          </a:p>
          <a:p>
            <a:pPr algn="just" eaLnBrk="1" hangingPunct="1">
              <a:lnSpc>
                <a:spcPct val="80000"/>
              </a:lnSpc>
            </a:pPr>
            <a:r>
              <a:rPr lang="ru-RU" altLang="ru-RU" sz="2000" dirty="0"/>
              <a:t>    </a:t>
            </a:r>
            <a:endParaRPr lang="ru-RU" altLang="ru-RU" dirty="0"/>
          </a:p>
        </p:txBody>
      </p:sp>
      <p:pic>
        <p:nvPicPr>
          <p:cNvPr id="5" name="Picture 5"/>
          <p:cNvPicPr>
            <a:picLocks noChangeAspect="1" noChangeArrowheads="1"/>
          </p:cNvPicPr>
          <p:nvPr/>
        </p:nvPicPr>
        <p:blipFill>
          <a:blip r:embed="rId2" cstate="print"/>
          <a:srcRect/>
          <a:stretch>
            <a:fillRect/>
          </a:stretch>
        </p:blipFill>
        <p:spPr bwMode="auto">
          <a:xfrm>
            <a:off x="539552" y="1700808"/>
            <a:ext cx="7200800" cy="3574349"/>
          </a:xfrm>
          <a:prstGeom prst="rect">
            <a:avLst/>
          </a:prstGeom>
          <a:noFill/>
          <a:ln w="9525">
            <a:noFill/>
            <a:miter lim="800000"/>
            <a:headEnd/>
            <a:tailEnd/>
          </a:ln>
        </p:spPr>
      </p:pic>
      <p:sp>
        <p:nvSpPr>
          <p:cNvPr id="6" name="Text Box 3"/>
          <p:cNvSpPr txBox="1">
            <a:spLocks noChangeArrowheads="1"/>
          </p:cNvSpPr>
          <p:nvPr/>
        </p:nvSpPr>
        <p:spPr bwMode="auto">
          <a:xfrm>
            <a:off x="7740352" y="4869160"/>
            <a:ext cx="1223963" cy="400050"/>
          </a:xfrm>
          <a:prstGeom prst="rect">
            <a:avLst/>
          </a:prstGeom>
          <a:noFill/>
          <a:ln w="9525">
            <a:noFill/>
            <a:miter lim="800000"/>
            <a:headEnd/>
            <a:tailEnd/>
          </a:ln>
        </p:spPr>
        <p:txBody>
          <a:bodyPr>
            <a:spAutoFit/>
          </a:bodyPr>
          <a:lstStyle/>
          <a:p>
            <a:pPr eaLnBrk="1" hangingPunct="1">
              <a:spcBef>
                <a:spcPct val="50000"/>
              </a:spcBef>
            </a:pPr>
            <a:r>
              <a:rPr lang="ru-RU" altLang="ru-RU" sz="2000" dirty="0"/>
              <a:t>Рис. 22</a:t>
            </a:r>
          </a:p>
        </p:txBody>
      </p:sp>
      <p:sp>
        <p:nvSpPr>
          <p:cNvPr id="7" name="Прямоугольник 6"/>
          <p:cNvSpPr/>
          <p:nvPr/>
        </p:nvSpPr>
        <p:spPr>
          <a:xfrm>
            <a:off x="323528" y="5229200"/>
            <a:ext cx="8533456" cy="1323439"/>
          </a:xfrm>
          <a:prstGeom prst="rect">
            <a:avLst/>
          </a:prstGeom>
        </p:spPr>
        <p:txBody>
          <a:bodyPr wrap="square">
            <a:spAutoFit/>
          </a:bodyPr>
          <a:lstStyle/>
          <a:p>
            <a:pPr algn="just"/>
            <a:r>
              <a:rPr lang="ru-RU" sz="2000" dirty="0"/>
              <a:t>Таблица </a:t>
            </a:r>
            <a:r>
              <a:rPr lang="ru-RU" sz="2000" b="1" dirty="0"/>
              <a:t>Матрица ошибок классификации </a:t>
            </a:r>
            <a:r>
              <a:rPr lang="ru-RU" sz="2000" dirty="0"/>
              <a:t>отражает количество объектов каждого класса ошибочно отнесенных к другому классу, цену кросс-проверки и стандартное отклонение цены кросс-проверки, вычисленные по результатам классификации на тестовой выборке.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Grp="1" noChangeArrowheads="1"/>
          </p:cNvSpPr>
          <p:nvPr>
            <p:ph type="body" idx="1"/>
          </p:nvPr>
        </p:nvSpPr>
        <p:spPr>
          <a:xfrm>
            <a:off x="0" y="0"/>
            <a:ext cx="8964613" cy="1268760"/>
          </a:xfrm>
        </p:spPr>
        <p:txBody>
          <a:bodyPr/>
          <a:lstStyle/>
          <a:p>
            <a:pPr marL="0" indent="0" algn="just" eaLnBrk="1" hangingPunct="1">
              <a:lnSpc>
                <a:spcPct val="90000"/>
              </a:lnSpc>
              <a:spcBef>
                <a:spcPct val="0"/>
              </a:spcBef>
              <a:buFontTx/>
              <a:buNone/>
              <a:defRPr/>
            </a:pPr>
            <a:r>
              <a:rPr lang="ru-RU" sz="2000" dirty="0"/>
              <a:t>       </a:t>
            </a:r>
          </a:p>
          <a:p>
            <a:pPr algn="just" eaLnBrk="1" hangingPunct="1">
              <a:lnSpc>
                <a:spcPct val="90000"/>
              </a:lnSpc>
              <a:spcBef>
                <a:spcPct val="0"/>
              </a:spcBef>
              <a:buFontTx/>
              <a:buNone/>
              <a:defRPr/>
            </a:pPr>
            <a:r>
              <a:rPr lang="ru-RU" sz="2000" dirty="0"/>
              <a:t>  </a:t>
            </a:r>
          </a:p>
        </p:txBody>
      </p:sp>
      <p:sp>
        <p:nvSpPr>
          <p:cNvPr id="7" name="Прямоугольник 6"/>
          <p:cNvSpPr/>
          <p:nvPr/>
        </p:nvSpPr>
        <p:spPr>
          <a:xfrm>
            <a:off x="251520" y="188640"/>
            <a:ext cx="8712968" cy="3447098"/>
          </a:xfrm>
          <a:prstGeom prst="rect">
            <a:avLst/>
          </a:prstGeom>
        </p:spPr>
        <p:txBody>
          <a:bodyPr wrap="square">
            <a:spAutoFit/>
          </a:bodyPr>
          <a:lstStyle/>
          <a:p>
            <a:pPr algn="just">
              <a:lnSpc>
                <a:spcPct val="90000"/>
              </a:lnSpc>
            </a:pPr>
            <a:r>
              <a:rPr lang="ru-RU" sz="2000" dirty="0"/>
              <a:t>      Таблица </a:t>
            </a:r>
            <a:r>
              <a:rPr lang="ru-RU" altLang="ru-RU" sz="2000" b="1" dirty="0"/>
              <a:t>Предсказанные классы </a:t>
            </a:r>
            <a:r>
              <a:rPr lang="ru-RU" sz="2000" dirty="0"/>
              <a:t>для каждого объекта из тестовой выборки показывает его номер (или имя объекта, если оно используется), его исходный класс, предсказанный класс и терминальную вершину дерева классификации, к которой приписан этот объект.</a:t>
            </a:r>
          </a:p>
          <a:p>
            <a:pPr algn="just" eaLnBrk="1" hangingPunct="1">
              <a:lnSpc>
                <a:spcPct val="80000"/>
              </a:lnSpc>
            </a:pPr>
            <a:r>
              <a:rPr lang="ru-RU" altLang="ru-RU" sz="2000" dirty="0"/>
              <a:t>     Во </a:t>
            </a:r>
            <a:r>
              <a:rPr lang="ru-RU" altLang="ru-RU" sz="2000" b="1" dirty="0"/>
              <a:t>втором варианте </a:t>
            </a:r>
            <a:r>
              <a:rPr lang="ru-RU" altLang="ru-RU" sz="2000" dirty="0"/>
              <a:t>кросс-проверки все аналогично, но для кросс-проверки используется вся выборка и программа выполняет ее самостоятельно, результат выводится при помощи кнопки </a:t>
            </a:r>
            <a:r>
              <a:rPr lang="ru-RU" altLang="ru-RU" sz="2000" b="1" dirty="0"/>
              <a:t>Последовательные деревья </a:t>
            </a:r>
            <a:r>
              <a:rPr lang="ru-RU" altLang="ru-RU" sz="2000" dirty="0"/>
              <a:t>в окне результатов (рис.13). </a:t>
            </a:r>
          </a:p>
          <a:p>
            <a:pPr algn="just" eaLnBrk="1" hangingPunct="1">
              <a:lnSpc>
                <a:spcPct val="80000"/>
              </a:lnSpc>
            </a:pPr>
            <a:r>
              <a:rPr lang="ru-RU" sz="2000" dirty="0"/>
              <a:t>    Если нажать на кнопку </a:t>
            </a:r>
            <a:r>
              <a:rPr lang="ru-RU" sz="2000" b="1" dirty="0"/>
              <a:t>Выполнить кросс-проверку, </a:t>
            </a:r>
            <a:r>
              <a:rPr lang="ru-RU" sz="2000" dirty="0"/>
              <a:t>то программа осуществит третий вид кросс-проверки – глобальную кросс-проверку, появится окно (рис.23), в котором следует нажать на кнопку </a:t>
            </a:r>
            <a:r>
              <a:rPr lang="ru-RU" sz="2000" b="1" dirty="0"/>
              <a:t>Матрица ошибок классификации ГКП.</a:t>
            </a:r>
          </a:p>
          <a:p>
            <a:pPr algn="just">
              <a:lnSpc>
                <a:spcPct val="90000"/>
              </a:lnSpc>
            </a:pPr>
            <a:endParaRPr lang="ru-RU" sz="2000" dirty="0"/>
          </a:p>
        </p:txBody>
      </p:sp>
      <p:pic>
        <p:nvPicPr>
          <p:cNvPr id="8" name="Picture 1"/>
          <p:cNvPicPr>
            <a:picLocks noChangeAspect="1" noChangeArrowheads="1"/>
          </p:cNvPicPr>
          <p:nvPr/>
        </p:nvPicPr>
        <p:blipFill>
          <a:blip r:embed="rId2" cstate="print"/>
          <a:srcRect/>
          <a:stretch>
            <a:fillRect/>
          </a:stretch>
        </p:blipFill>
        <p:spPr bwMode="auto">
          <a:xfrm>
            <a:off x="2195736" y="3284984"/>
            <a:ext cx="4828569" cy="1563656"/>
          </a:xfrm>
          <a:prstGeom prst="rect">
            <a:avLst/>
          </a:prstGeom>
          <a:noFill/>
          <a:ln w="9525">
            <a:noFill/>
            <a:miter lim="800000"/>
            <a:headEnd/>
            <a:tailEnd/>
          </a:ln>
        </p:spPr>
      </p:pic>
      <p:sp>
        <p:nvSpPr>
          <p:cNvPr id="9" name="Text Box 3"/>
          <p:cNvSpPr txBox="1">
            <a:spLocks noChangeArrowheads="1"/>
          </p:cNvSpPr>
          <p:nvPr/>
        </p:nvSpPr>
        <p:spPr bwMode="auto">
          <a:xfrm>
            <a:off x="7092280" y="4437112"/>
            <a:ext cx="1223963" cy="400050"/>
          </a:xfrm>
          <a:prstGeom prst="rect">
            <a:avLst/>
          </a:prstGeom>
          <a:noFill/>
          <a:ln w="9525">
            <a:noFill/>
            <a:miter lim="800000"/>
            <a:headEnd/>
            <a:tailEnd/>
          </a:ln>
        </p:spPr>
        <p:txBody>
          <a:bodyPr>
            <a:spAutoFit/>
          </a:bodyPr>
          <a:lstStyle/>
          <a:p>
            <a:pPr eaLnBrk="1" hangingPunct="1">
              <a:spcBef>
                <a:spcPct val="50000"/>
              </a:spcBef>
            </a:pPr>
            <a:r>
              <a:rPr lang="ru-RU" altLang="ru-RU" sz="2000" dirty="0"/>
              <a:t>Рис. 23</a:t>
            </a:r>
          </a:p>
        </p:txBody>
      </p:sp>
      <p:sp>
        <p:nvSpPr>
          <p:cNvPr id="10" name="Прямоугольник 9"/>
          <p:cNvSpPr/>
          <p:nvPr/>
        </p:nvSpPr>
        <p:spPr>
          <a:xfrm>
            <a:off x="179512" y="5085184"/>
            <a:ext cx="8712968" cy="1477328"/>
          </a:xfrm>
          <a:prstGeom prst="rect">
            <a:avLst/>
          </a:prstGeom>
        </p:spPr>
        <p:txBody>
          <a:bodyPr wrap="square">
            <a:spAutoFit/>
          </a:bodyPr>
          <a:lstStyle/>
          <a:p>
            <a:pPr algn="just" eaLnBrk="1" hangingPunct="1">
              <a:lnSpc>
                <a:spcPct val="90000"/>
              </a:lnSpc>
            </a:pPr>
            <a:r>
              <a:rPr lang="ru-RU" altLang="ru-RU" sz="2000" dirty="0"/>
              <a:t>Появится таблица ошибок классификации глобальной кросс-проверки (рис. 24). Из данной таблицы следует, что при глобальной кросс-проверке один ураган </a:t>
            </a:r>
            <a:r>
              <a:rPr lang="en-US" altLang="ru-RU" sz="2000" i="1" dirty="0"/>
              <a:t>Baro</a:t>
            </a:r>
            <a:r>
              <a:rPr lang="en-US" altLang="ru-RU" sz="2000" dirty="0"/>
              <a:t> </a:t>
            </a:r>
            <a:r>
              <a:rPr lang="ru-RU" altLang="ru-RU" sz="2000" dirty="0"/>
              <a:t>неверно классифицирован как ураган</a:t>
            </a:r>
            <a:r>
              <a:rPr lang="ru-RU" altLang="ru-RU" sz="2000" b="1" dirty="0"/>
              <a:t> </a:t>
            </a:r>
            <a:r>
              <a:rPr lang="en-US" altLang="ru-RU" sz="2000" i="1" dirty="0"/>
              <a:t>Trop</a:t>
            </a:r>
            <a:r>
              <a:rPr lang="ru-RU" altLang="ru-RU" sz="2000" i="1" dirty="0"/>
              <a:t>,</a:t>
            </a:r>
            <a:r>
              <a:rPr lang="ru-RU" altLang="ru-RU" sz="2000" dirty="0"/>
              <a:t> а все ураганы </a:t>
            </a:r>
            <a:r>
              <a:rPr lang="en-US" altLang="ru-RU" sz="2000" i="1" dirty="0"/>
              <a:t>Trop</a:t>
            </a:r>
            <a:r>
              <a:rPr lang="ru-RU" altLang="ru-RU" sz="2000" dirty="0"/>
              <a:t> классифицированы верно. При этом цена  глобальной кросс-проверки составила 0,02703, а</a:t>
            </a:r>
            <a:r>
              <a:rPr lang="ru-RU" altLang="ru-RU" sz="2000" i="1" dirty="0"/>
              <a:t> </a:t>
            </a:r>
            <a:r>
              <a:rPr lang="ru-RU" altLang="ru-RU" sz="2000" dirty="0"/>
              <a:t>стандартное отклонение цены – 0,02666</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15714" name="Picture 2"/>
          <p:cNvPicPr>
            <a:picLocks noChangeAspect="1" noChangeArrowheads="1"/>
          </p:cNvPicPr>
          <p:nvPr/>
        </p:nvPicPr>
        <p:blipFill>
          <a:blip r:embed="rId2" cstate="print"/>
          <a:srcRect/>
          <a:stretch>
            <a:fillRect/>
          </a:stretch>
        </p:blipFill>
        <p:spPr bwMode="auto">
          <a:xfrm>
            <a:off x="2195736" y="404664"/>
            <a:ext cx="3745691" cy="2230165"/>
          </a:xfrm>
          <a:prstGeom prst="rect">
            <a:avLst/>
          </a:prstGeom>
          <a:noFill/>
          <a:ln w="9525">
            <a:noFill/>
            <a:miter lim="800000"/>
            <a:headEnd/>
            <a:tailEnd/>
          </a:ln>
        </p:spPr>
      </p:pic>
      <p:sp>
        <p:nvSpPr>
          <p:cNvPr id="6" name="Text Box 3"/>
          <p:cNvSpPr txBox="1">
            <a:spLocks noChangeArrowheads="1"/>
          </p:cNvSpPr>
          <p:nvPr/>
        </p:nvSpPr>
        <p:spPr bwMode="auto">
          <a:xfrm>
            <a:off x="5940152" y="2132856"/>
            <a:ext cx="1223963" cy="400050"/>
          </a:xfrm>
          <a:prstGeom prst="rect">
            <a:avLst/>
          </a:prstGeom>
          <a:noFill/>
          <a:ln w="9525">
            <a:noFill/>
            <a:miter lim="800000"/>
            <a:headEnd/>
            <a:tailEnd/>
          </a:ln>
        </p:spPr>
        <p:txBody>
          <a:bodyPr>
            <a:spAutoFit/>
          </a:bodyPr>
          <a:lstStyle/>
          <a:p>
            <a:pPr eaLnBrk="1" hangingPunct="1">
              <a:spcBef>
                <a:spcPct val="50000"/>
              </a:spcBef>
            </a:pPr>
            <a:r>
              <a:rPr lang="ru-RU" altLang="ru-RU" sz="2000" dirty="0"/>
              <a:t>Рис. 24</a:t>
            </a:r>
          </a:p>
        </p:txBody>
      </p:sp>
      <p:sp>
        <p:nvSpPr>
          <p:cNvPr id="7" name="Rectangle 2"/>
          <p:cNvSpPr txBox="1">
            <a:spLocks noChangeArrowheads="1"/>
          </p:cNvSpPr>
          <p:nvPr/>
        </p:nvSpPr>
        <p:spPr bwMode="auto">
          <a:xfrm>
            <a:off x="179512" y="2996952"/>
            <a:ext cx="8640763" cy="21602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342900" algn="just" defTabSz="914400" rtl="0" eaLnBrk="1" fontAlgn="base" latinLnBrk="0" hangingPunct="1">
              <a:lnSpc>
                <a:spcPct val="100000"/>
              </a:lnSpc>
              <a:spcBef>
                <a:spcPct val="0"/>
              </a:spcBef>
              <a:spcAft>
                <a:spcPct val="0"/>
              </a:spcAft>
              <a:buClrTx/>
              <a:buSzTx/>
              <a:buFontTx/>
              <a:buNone/>
              <a:tabLst/>
              <a:defRPr/>
            </a:pPr>
            <a:r>
              <a:rPr kumimoji="0" lang="ru-RU" altLang="ru-RU" sz="2000" b="0" i="0" u="none" strike="noStrike" kern="0" cap="none" spc="0" normalizeH="0" baseline="0" noProof="0" dirty="0">
                <a:ln>
                  <a:noFill/>
                </a:ln>
                <a:solidFill>
                  <a:schemeClr val="tx1"/>
                </a:solidFill>
                <a:effectLst/>
                <a:uLnTx/>
                <a:uFillTx/>
                <a:latin typeface="+mn-lt"/>
                <a:ea typeface="+mn-ea"/>
                <a:cs typeface="+mn-cs"/>
              </a:rPr>
              <a:t>Попытаемся улучшить результат классификации за счет увеличения размеров дерева. Для этого нажав на кнопку Отмена в диалоге на рис. 23, на вкладке </a:t>
            </a:r>
            <a:r>
              <a:rPr lang="ru-RU" altLang="ru-RU" sz="2000" b="1" kern="0" dirty="0">
                <a:latin typeface="+mn-lt"/>
              </a:rPr>
              <a:t>Параметры</a:t>
            </a:r>
            <a:r>
              <a:rPr kumimoji="0" lang="ru-RU" altLang="ru-RU" sz="2000" b="1" i="0" u="none" strike="noStrike" kern="0" cap="none" spc="0" normalizeH="0" baseline="0" noProof="0" dirty="0">
                <a:ln>
                  <a:noFill/>
                </a:ln>
                <a:solidFill>
                  <a:schemeClr val="tx1"/>
                </a:solidFill>
                <a:effectLst/>
                <a:uLnTx/>
                <a:uFillTx/>
                <a:latin typeface="+mn-lt"/>
                <a:ea typeface="+mn-ea"/>
                <a:cs typeface="+mn-cs"/>
              </a:rPr>
              <a:t> остановки </a:t>
            </a:r>
            <a:r>
              <a:rPr kumimoji="0" lang="ru-RU" altLang="ru-RU" sz="2000" b="0" i="0" u="none" strike="noStrike" kern="0" cap="none" spc="0" normalizeH="0" baseline="0" noProof="0" dirty="0">
                <a:ln>
                  <a:noFill/>
                </a:ln>
                <a:solidFill>
                  <a:schemeClr val="tx1"/>
                </a:solidFill>
                <a:effectLst/>
                <a:uLnTx/>
                <a:uFillTx/>
                <a:latin typeface="+mn-lt"/>
                <a:ea typeface="+mn-ea"/>
                <a:cs typeface="+mn-cs"/>
              </a:rPr>
              <a:t>выберем правило остановки</a:t>
            </a:r>
            <a:r>
              <a:rPr kumimoji="0" lang="en-US" altLang="ru-RU" sz="2000" b="0" i="1" u="none" strike="noStrike" kern="0" cap="none" spc="0" normalizeH="0" baseline="0" noProof="0" dirty="0">
                <a:ln>
                  <a:noFill/>
                </a:ln>
                <a:solidFill>
                  <a:schemeClr val="tx1"/>
                </a:solidFill>
                <a:effectLst/>
                <a:uLnTx/>
                <a:uFillTx/>
                <a:latin typeface="+mn-lt"/>
                <a:ea typeface="+mn-ea"/>
                <a:cs typeface="+mn-cs"/>
              </a:rPr>
              <a:t> </a:t>
            </a:r>
            <a:r>
              <a:rPr kumimoji="0" lang="ru-RU" altLang="ru-RU" sz="2000" b="1" u="none" strike="noStrike" kern="0" cap="none" spc="0" normalizeH="0" baseline="0" noProof="0" dirty="0">
                <a:ln>
                  <a:noFill/>
                </a:ln>
                <a:solidFill>
                  <a:schemeClr val="tx1"/>
                </a:solidFill>
                <a:effectLst/>
                <a:uLnTx/>
                <a:uFillTx/>
                <a:latin typeface="+mn-lt"/>
                <a:ea typeface="+mn-ea"/>
                <a:cs typeface="+mn-cs"/>
              </a:rPr>
              <a:t>Прямая остановка (FACT)</a:t>
            </a:r>
            <a:r>
              <a:rPr kumimoji="0" lang="ru-RU" altLang="ru-RU" sz="2000" b="1" u="none" strike="noStrike" kern="0" cap="none" spc="0" normalizeH="0" noProof="0" dirty="0">
                <a:ln>
                  <a:noFill/>
                </a:ln>
                <a:solidFill>
                  <a:schemeClr val="tx1"/>
                </a:solidFill>
                <a:effectLst/>
                <a:uLnTx/>
                <a:uFillTx/>
                <a:latin typeface="+mn-lt"/>
                <a:ea typeface="+mn-ea"/>
                <a:cs typeface="+mn-cs"/>
              </a:rPr>
              <a:t> </a:t>
            </a:r>
            <a:r>
              <a:rPr kumimoji="0" lang="ru-RU" altLang="ru-RU" sz="2000" u="none" strike="noStrike" kern="0" cap="none" spc="0" normalizeH="0" baseline="0" noProof="0" dirty="0">
                <a:ln>
                  <a:noFill/>
                </a:ln>
                <a:solidFill>
                  <a:schemeClr val="tx1"/>
                </a:solidFill>
                <a:effectLst/>
                <a:uLnTx/>
                <a:uFillTx/>
                <a:latin typeface="+mn-lt"/>
                <a:ea typeface="+mn-ea"/>
                <a:cs typeface="+mn-cs"/>
              </a:rPr>
              <a:t>(рис.6). Построено дерево состоящее из 9 вершин, из которых терминальных (рис.25),</a:t>
            </a:r>
            <a:r>
              <a:rPr kumimoji="0" lang="ru-RU" altLang="ru-RU" sz="2000" u="none" strike="noStrike" kern="0" cap="none" spc="0" normalizeH="0" noProof="0" dirty="0">
                <a:ln>
                  <a:noFill/>
                </a:ln>
                <a:solidFill>
                  <a:schemeClr val="tx1"/>
                </a:solidFill>
                <a:effectLst/>
                <a:uLnTx/>
                <a:uFillTx/>
                <a:latin typeface="+mn-lt"/>
                <a:ea typeface="+mn-ea"/>
                <a:cs typeface="+mn-cs"/>
              </a:rPr>
              <a:t> количество ошибочных классификации каждого типа ураганов равно 0 (рис.26), цена КП также равна 0 (рис.27). </a:t>
            </a:r>
            <a:endParaRPr kumimoji="0" lang="ru-RU" altLang="ru-RU" sz="200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16738" name="Picture 2"/>
          <p:cNvPicPr>
            <a:picLocks noChangeAspect="1" noChangeArrowheads="1"/>
          </p:cNvPicPr>
          <p:nvPr/>
        </p:nvPicPr>
        <p:blipFill>
          <a:blip r:embed="rId2" cstate="print"/>
          <a:srcRect/>
          <a:stretch>
            <a:fillRect/>
          </a:stretch>
        </p:blipFill>
        <p:spPr bwMode="auto">
          <a:xfrm>
            <a:off x="964414" y="58898"/>
            <a:ext cx="6775938" cy="5098294"/>
          </a:xfrm>
          <a:prstGeom prst="rect">
            <a:avLst/>
          </a:prstGeom>
          <a:noFill/>
          <a:ln w="9525">
            <a:noFill/>
            <a:miter lim="800000"/>
            <a:headEnd/>
            <a:tailEnd/>
          </a:ln>
        </p:spPr>
      </p:pic>
      <p:pic>
        <p:nvPicPr>
          <p:cNvPr id="116739" name="Picture 3"/>
          <p:cNvPicPr>
            <a:picLocks noChangeAspect="1" noChangeArrowheads="1"/>
          </p:cNvPicPr>
          <p:nvPr/>
        </p:nvPicPr>
        <p:blipFill>
          <a:blip r:embed="rId3" cstate="print"/>
          <a:srcRect/>
          <a:stretch>
            <a:fillRect/>
          </a:stretch>
        </p:blipFill>
        <p:spPr bwMode="auto">
          <a:xfrm>
            <a:off x="0" y="5183699"/>
            <a:ext cx="3528392" cy="1674301"/>
          </a:xfrm>
          <a:prstGeom prst="rect">
            <a:avLst/>
          </a:prstGeom>
          <a:noFill/>
          <a:ln w="9525">
            <a:noFill/>
            <a:miter lim="800000"/>
            <a:headEnd/>
            <a:tailEnd/>
          </a:ln>
        </p:spPr>
      </p:pic>
      <p:pic>
        <p:nvPicPr>
          <p:cNvPr id="116740" name="Picture 4"/>
          <p:cNvPicPr>
            <a:picLocks noChangeAspect="1" noChangeArrowheads="1"/>
          </p:cNvPicPr>
          <p:nvPr/>
        </p:nvPicPr>
        <p:blipFill>
          <a:blip r:embed="rId4" cstate="print"/>
          <a:srcRect/>
          <a:stretch>
            <a:fillRect/>
          </a:stretch>
        </p:blipFill>
        <p:spPr bwMode="auto">
          <a:xfrm>
            <a:off x="4632558" y="5085184"/>
            <a:ext cx="4511442" cy="1163191"/>
          </a:xfrm>
          <a:prstGeom prst="rect">
            <a:avLst/>
          </a:prstGeom>
          <a:noFill/>
          <a:ln w="9525">
            <a:noFill/>
            <a:miter lim="800000"/>
            <a:headEnd/>
            <a:tailEnd/>
          </a:ln>
        </p:spPr>
      </p:pic>
      <p:sp>
        <p:nvSpPr>
          <p:cNvPr id="9" name="Text Box 3"/>
          <p:cNvSpPr txBox="1">
            <a:spLocks noChangeArrowheads="1"/>
          </p:cNvSpPr>
          <p:nvPr/>
        </p:nvSpPr>
        <p:spPr bwMode="auto">
          <a:xfrm>
            <a:off x="7740352" y="4581128"/>
            <a:ext cx="1223963" cy="400050"/>
          </a:xfrm>
          <a:prstGeom prst="rect">
            <a:avLst/>
          </a:prstGeom>
          <a:noFill/>
          <a:ln w="9525">
            <a:noFill/>
            <a:miter lim="800000"/>
            <a:headEnd/>
            <a:tailEnd/>
          </a:ln>
        </p:spPr>
        <p:txBody>
          <a:bodyPr>
            <a:spAutoFit/>
          </a:bodyPr>
          <a:lstStyle/>
          <a:p>
            <a:pPr eaLnBrk="1" hangingPunct="1">
              <a:spcBef>
                <a:spcPct val="50000"/>
              </a:spcBef>
            </a:pPr>
            <a:r>
              <a:rPr lang="ru-RU" altLang="ru-RU" sz="2000" dirty="0"/>
              <a:t>Рис. 25</a:t>
            </a:r>
          </a:p>
        </p:txBody>
      </p:sp>
      <p:sp>
        <p:nvSpPr>
          <p:cNvPr id="10" name="Text Box 3"/>
          <p:cNvSpPr txBox="1">
            <a:spLocks noChangeArrowheads="1"/>
          </p:cNvSpPr>
          <p:nvPr/>
        </p:nvSpPr>
        <p:spPr bwMode="auto">
          <a:xfrm>
            <a:off x="3419872" y="6457950"/>
            <a:ext cx="1223963" cy="400050"/>
          </a:xfrm>
          <a:prstGeom prst="rect">
            <a:avLst/>
          </a:prstGeom>
          <a:noFill/>
          <a:ln w="9525">
            <a:noFill/>
            <a:miter lim="800000"/>
            <a:headEnd/>
            <a:tailEnd/>
          </a:ln>
        </p:spPr>
        <p:txBody>
          <a:bodyPr>
            <a:spAutoFit/>
          </a:bodyPr>
          <a:lstStyle/>
          <a:p>
            <a:pPr eaLnBrk="1" hangingPunct="1">
              <a:spcBef>
                <a:spcPct val="50000"/>
              </a:spcBef>
            </a:pPr>
            <a:r>
              <a:rPr lang="ru-RU" altLang="ru-RU" sz="2000" dirty="0"/>
              <a:t>Рис. 26</a:t>
            </a:r>
          </a:p>
        </p:txBody>
      </p:sp>
      <p:sp>
        <p:nvSpPr>
          <p:cNvPr id="11" name="Text Box 3"/>
          <p:cNvSpPr txBox="1">
            <a:spLocks noChangeArrowheads="1"/>
          </p:cNvSpPr>
          <p:nvPr/>
        </p:nvSpPr>
        <p:spPr bwMode="auto">
          <a:xfrm>
            <a:off x="6588224" y="6237312"/>
            <a:ext cx="1223963" cy="400050"/>
          </a:xfrm>
          <a:prstGeom prst="rect">
            <a:avLst/>
          </a:prstGeom>
          <a:noFill/>
          <a:ln w="9525">
            <a:noFill/>
            <a:miter lim="800000"/>
            <a:headEnd/>
            <a:tailEnd/>
          </a:ln>
        </p:spPr>
        <p:txBody>
          <a:bodyPr>
            <a:spAutoFit/>
          </a:bodyPr>
          <a:lstStyle/>
          <a:p>
            <a:pPr eaLnBrk="1" hangingPunct="1">
              <a:spcBef>
                <a:spcPct val="50000"/>
              </a:spcBef>
            </a:pPr>
            <a:r>
              <a:rPr lang="ru-RU" altLang="ru-RU" sz="2000" dirty="0"/>
              <a:t>Рис. 27</a:t>
            </a:r>
          </a:p>
        </p:txBody>
      </p:sp>
    </p:spTree>
  </p:cSld>
  <p:clrMapOvr>
    <a:masterClrMapping/>
  </p:clrMapOvr>
  <p:transition/>
</p:sld>
</file>

<file path=ppt/theme/theme1.xml><?xml version="1.0" encoding="utf-8"?>
<a:theme xmlns:a="http://schemas.openxmlformats.org/drawingml/2006/main" name="Оформление по умолчанию">
  <a:themeElements>
    <a:clrScheme name="Оформление по умолчанию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Оформление по умолчанию">
      <a:majorFont>
        <a:latin typeface="Times New Roman"/>
        <a:ea typeface=""/>
        <a:cs typeface=""/>
      </a:majorFont>
      <a:minorFont>
        <a:latin typeface="Times New Roman"/>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Оформление по умолчанию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Оформление по умолчанию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Оформление по умолчанию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Оформление по умолчанию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Оформление по умолчанию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Оформление по умолчанию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Оформление по умолчанию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План">
  <a:themeElements>
    <a:clrScheme name="План 8">
      <a:dk1>
        <a:srgbClr val="000000"/>
      </a:dk1>
      <a:lt1>
        <a:srgbClr val="FFFFFF"/>
      </a:lt1>
      <a:dk2>
        <a:srgbClr val="8C0039"/>
      </a:dk2>
      <a:lt2>
        <a:srgbClr val="660066"/>
      </a:lt2>
      <a:accent1>
        <a:srgbClr val="C58BF9"/>
      </a:accent1>
      <a:accent2>
        <a:srgbClr val="9966FF"/>
      </a:accent2>
      <a:accent3>
        <a:srgbClr val="FFFFFF"/>
      </a:accent3>
      <a:accent4>
        <a:srgbClr val="000000"/>
      </a:accent4>
      <a:accent5>
        <a:srgbClr val="DFC4FB"/>
      </a:accent5>
      <a:accent6>
        <a:srgbClr val="8A5CE7"/>
      </a:accent6>
      <a:hlink>
        <a:srgbClr val="E4005C"/>
      </a:hlink>
      <a:folHlink>
        <a:srgbClr val="C36C03"/>
      </a:folHlink>
    </a:clrScheme>
    <a:fontScheme name="План">
      <a:majorFont>
        <a:latin typeface="Arial"/>
        <a:ea typeface=""/>
        <a:cs typeface=""/>
      </a:majorFont>
      <a:minorFont>
        <a:latin typeface="Arial"/>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План 1">
        <a:dk1>
          <a:srgbClr val="777777"/>
        </a:dk1>
        <a:lt1>
          <a:srgbClr val="FFFFFF"/>
        </a:lt1>
        <a:dk2>
          <a:srgbClr val="333333"/>
        </a:dk2>
        <a:lt2>
          <a:srgbClr val="FFF4C3"/>
        </a:lt2>
        <a:accent1>
          <a:srgbClr val="C892FA"/>
        </a:accent1>
        <a:accent2>
          <a:srgbClr val="9966FF"/>
        </a:accent2>
        <a:accent3>
          <a:srgbClr val="ADADAD"/>
        </a:accent3>
        <a:accent4>
          <a:srgbClr val="DADADA"/>
        </a:accent4>
        <a:accent5>
          <a:srgbClr val="E0C7FC"/>
        </a:accent5>
        <a:accent6>
          <a:srgbClr val="8A5CE7"/>
        </a:accent6>
        <a:hlink>
          <a:srgbClr val="E4005C"/>
        </a:hlink>
        <a:folHlink>
          <a:srgbClr val="DC7A04"/>
        </a:folHlink>
      </a:clrScheme>
      <a:clrMap bg1="dk2" tx1="lt1" bg2="dk1" tx2="lt2" accent1="accent1" accent2="accent2" accent3="accent3" accent4="accent4" accent5="accent5" accent6="accent6" hlink="hlink" folHlink="folHlink"/>
    </a:extraClrScheme>
    <a:extraClrScheme>
      <a:clrScheme name="План 2">
        <a:dk1>
          <a:srgbClr val="1C1C1C"/>
        </a:dk1>
        <a:lt1>
          <a:srgbClr val="FFFFFF"/>
        </a:lt1>
        <a:dk2>
          <a:srgbClr val="5F5F5F"/>
        </a:dk2>
        <a:lt2>
          <a:srgbClr val="FFFFCC"/>
        </a:lt2>
        <a:accent1>
          <a:srgbClr val="4A5B64"/>
        </a:accent1>
        <a:accent2>
          <a:srgbClr val="AF9387"/>
        </a:accent2>
        <a:accent3>
          <a:srgbClr val="B6B6B6"/>
        </a:accent3>
        <a:accent4>
          <a:srgbClr val="DADADA"/>
        </a:accent4>
        <a:accent5>
          <a:srgbClr val="B1B5B8"/>
        </a:accent5>
        <a:accent6>
          <a:srgbClr val="9E857A"/>
        </a:accent6>
        <a:hlink>
          <a:srgbClr val="F3C43F"/>
        </a:hlink>
        <a:folHlink>
          <a:srgbClr val="66CCFF"/>
        </a:folHlink>
      </a:clrScheme>
      <a:clrMap bg1="dk2" tx1="lt1" bg2="dk1" tx2="lt2" accent1="accent1" accent2="accent2" accent3="accent3" accent4="accent4" accent5="accent5" accent6="accent6" hlink="hlink" folHlink="folHlink"/>
    </a:extraClrScheme>
    <a:extraClrScheme>
      <a:clrScheme name="План 3">
        <a:dk1>
          <a:srgbClr val="4D4D4D"/>
        </a:dk1>
        <a:lt1>
          <a:srgbClr val="FFFFFF"/>
        </a:lt1>
        <a:dk2>
          <a:srgbClr val="666699"/>
        </a:dk2>
        <a:lt2>
          <a:srgbClr val="FFFFCC"/>
        </a:lt2>
        <a:accent1>
          <a:srgbClr val="8D8DB3"/>
        </a:accent1>
        <a:accent2>
          <a:srgbClr val="7A25D7"/>
        </a:accent2>
        <a:accent3>
          <a:srgbClr val="B8B8CA"/>
        </a:accent3>
        <a:accent4>
          <a:srgbClr val="DADADA"/>
        </a:accent4>
        <a:accent5>
          <a:srgbClr val="C5C5D6"/>
        </a:accent5>
        <a:accent6>
          <a:srgbClr val="6E20C3"/>
        </a:accent6>
        <a:hlink>
          <a:srgbClr val="66CCFF"/>
        </a:hlink>
        <a:folHlink>
          <a:srgbClr val="3333CC"/>
        </a:folHlink>
      </a:clrScheme>
      <a:clrMap bg1="dk2" tx1="lt1" bg2="dk1" tx2="lt2" accent1="accent1" accent2="accent2" accent3="accent3" accent4="accent4" accent5="accent5" accent6="accent6" hlink="hlink" folHlink="folHlink"/>
    </a:extraClrScheme>
    <a:extraClrScheme>
      <a:clrScheme name="План 4">
        <a:dk1>
          <a:srgbClr val="10187C"/>
        </a:dk1>
        <a:lt1>
          <a:srgbClr val="F8F8F8"/>
        </a:lt1>
        <a:dk2>
          <a:srgbClr val="538DC7"/>
        </a:dk2>
        <a:lt2>
          <a:srgbClr val="CCECFF"/>
        </a:lt2>
        <a:accent1>
          <a:srgbClr val="879EC7"/>
        </a:accent1>
        <a:accent2>
          <a:srgbClr val="461B8B"/>
        </a:accent2>
        <a:accent3>
          <a:srgbClr val="B3C5E0"/>
        </a:accent3>
        <a:accent4>
          <a:srgbClr val="D4D4D4"/>
        </a:accent4>
        <a:accent5>
          <a:srgbClr val="C3CCE0"/>
        </a:accent5>
        <a:accent6>
          <a:srgbClr val="3F177D"/>
        </a:accent6>
        <a:hlink>
          <a:srgbClr val="0000FF"/>
        </a:hlink>
        <a:folHlink>
          <a:srgbClr val="008000"/>
        </a:folHlink>
      </a:clrScheme>
      <a:clrMap bg1="dk2" tx1="lt1" bg2="dk1" tx2="lt2" accent1="accent1" accent2="accent2" accent3="accent3" accent4="accent4" accent5="accent5" accent6="accent6" hlink="hlink" folHlink="folHlink"/>
    </a:extraClrScheme>
    <a:extraClrScheme>
      <a:clrScheme name="План 5">
        <a:dk1>
          <a:srgbClr val="002F2E"/>
        </a:dk1>
        <a:lt1>
          <a:srgbClr val="FFFFFF"/>
        </a:lt1>
        <a:dk2>
          <a:srgbClr val="008080"/>
        </a:dk2>
        <a:lt2>
          <a:srgbClr val="FFFFCC"/>
        </a:lt2>
        <a:accent1>
          <a:srgbClr val="0E6A52"/>
        </a:accent1>
        <a:accent2>
          <a:srgbClr val="3553A7"/>
        </a:accent2>
        <a:accent3>
          <a:srgbClr val="AAC0C0"/>
        </a:accent3>
        <a:accent4>
          <a:srgbClr val="DADADA"/>
        </a:accent4>
        <a:accent5>
          <a:srgbClr val="AAB9B3"/>
        </a:accent5>
        <a:accent6>
          <a:srgbClr val="2F4A97"/>
        </a:accent6>
        <a:hlink>
          <a:srgbClr val="1ACE9F"/>
        </a:hlink>
        <a:folHlink>
          <a:srgbClr val="B5B5FF"/>
        </a:folHlink>
      </a:clrScheme>
      <a:clrMap bg1="dk2" tx1="lt1" bg2="dk1" tx2="lt2" accent1="accent1" accent2="accent2" accent3="accent3" accent4="accent4" accent5="accent5" accent6="accent6" hlink="hlink" folHlink="folHlink"/>
    </a:extraClrScheme>
    <a:extraClrScheme>
      <a:clrScheme name="План 6">
        <a:dk1>
          <a:srgbClr val="000000"/>
        </a:dk1>
        <a:lt1>
          <a:srgbClr val="E3FFFF"/>
        </a:lt1>
        <a:dk2>
          <a:srgbClr val="4400A8"/>
        </a:dk2>
        <a:lt2>
          <a:srgbClr val="005452"/>
        </a:lt2>
        <a:accent1>
          <a:srgbClr val="92CAC9"/>
        </a:accent1>
        <a:accent2>
          <a:srgbClr val="009999"/>
        </a:accent2>
        <a:accent3>
          <a:srgbClr val="EFFFFF"/>
        </a:accent3>
        <a:accent4>
          <a:srgbClr val="000000"/>
        </a:accent4>
        <a:accent5>
          <a:srgbClr val="C7E1E1"/>
        </a:accent5>
        <a:accent6>
          <a:srgbClr val="008A8A"/>
        </a:accent6>
        <a:hlink>
          <a:srgbClr val="187C16"/>
        </a:hlink>
        <a:folHlink>
          <a:srgbClr val="6600FF"/>
        </a:folHlink>
      </a:clrScheme>
      <a:clrMap bg1="lt1" tx1="dk1" bg2="lt2" tx2="dk2" accent1="accent1" accent2="accent2" accent3="accent3" accent4="accent4" accent5="accent5" accent6="accent6" hlink="hlink" folHlink="folHlink"/>
    </a:extraClrScheme>
    <a:extraClrScheme>
      <a:clrScheme name="План 7">
        <a:dk1>
          <a:srgbClr val="000000"/>
        </a:dk1>
        <a:lt1>
          <a:srgbClr val="CCFF99"/>
        </a:lt1>
        <a:dk2>
          <a:srgbClr val="CC99FF"/>
        </a:dk2>
        <a:lt2>
          <a:srgbClr val="1B3600"/>
        </a:lt2>
        <a:accent1>
          <a:srgbClr val="009900"/>
        </a:accent1>
        <a:accent2>
          <a:srgbClr val="B7CA02"/>
        </a:accent2>
        <a:accent3>
          <a:srgbClr val="E2FFCA"/>
        </a:accent3>
        <a:accent4>
          <a:srgbClr val="000000"/>
        </a:accent4>
        <a:accent5>
          <a:srgbClr val="AACAAA"/>
        </a:accent5>
        <a:accent6>
          <a:srgbClr val="A6B702"/>
        </a:accent6>
        <a:hlink>
          <a:srgbClr val="FFCC00"/>
        </a:hlink>
        <a:folHlink>
          <a:srgbClr val="FF9900"/>
        </a:folHlink>
      </a:clrScheme>
      <a:clrMap bg1="lt1" tx1="dk1" bg2="lt2" tx2="dk2" accent1="accent1" accent2="accent2" accent3="accent3" accent4="accent4" accent5="accent5" accent6="accent6" hlink="hlink" folHlink="folHlink"/>
    </a:extraClrScheme>
    <a:extraClrScheme>
      <a:clrScheme name="План 8">
        <a:dk1>
          <a:srgbClr val="000000"/>
        </a:dk1>
        <a:lt1>
          <a:srgbClr val="FFFFFF"/>
        </a:lt1>
        <a:dk2>
          <a:srgbClr val="8C0039"/>
        </a:dk2>
        <a:lt2>
          <a:srgbClr val="660066"/>
        </a:lt2>
        <a:accent1>
          <a:srgbClr val="C58BF9"/>
        </a:accent1>
        <a:accent2>
          <a:srgbClr val="9966FF"/>
        </a:accent2>
        <a:accent3>
          <a:srgbClr val="FFFFFF"/>
        </a:accent3>
        <a:accent4>
          <a:srgbClr val="000000"/>
        </a:accent4>
        <a:accent5>
          <a:srgbClr val="DFC4FB"/>
        </a:accent5>
        <a:accent6>
          <a:srgbClr val="8A5CE7"/>
        </a:accent6>
        <a:hlink>
          <a:srgbClr val="E4005C"/>
        </a:hlink>
        <a:folHlink>
          <a:srgbClr val="C36C03"/>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Салют">
  <a:themeElements>
    <a:clrScheme name="Салют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fontScheme name="Салют">
      <a:majorFont>
        <a:latin typeface="Arial Black"/>
        <a:ea typeface=""/>
        <a:cs typeface=""/>
      </a:majorFont>
      <a:minorFont>
        <a:latin typeface="Arial Black"/>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Салют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clrMap bg1="dk2" tx1="lt1" bg2="dk1" tx2="lt2" accent1="accent1" accent2="accent2" accent3="accent3" accent4="accent4" accent5="accent5" accent6="accent6" hlink="hlink" folHlink="folHlink"/>
    </a:extraClrScheme>
    <a:extraClrScheme>
      <a:clrScheme name="Салют 2">
        <a:dk1>
          <a:srgbClr val="0000A4"/>
        </a:dk1>
        <a:lt1>
          <a:srgbClr val="CCFFFF"/>
        </a:lt1>
        <a:dk2>
          <a:srgbClr val="000066"/>
        </a:dk2>
        <a:lt2>
          <a:srgbClr val="00FFFF"/>
        </a:lt2>
        <a:accent1>
          <a:srgbClr val="51B2E3"/>
        </a:accent1>
        <a:accent2>
          <a:srgbClr val="04E8AC"/>
        </a:accent2>
        <a:accent3>
          <a:srgbClr val="AAAAB8"/>
        </a:accent3>
        <a:accent4>
          <a:srgbClr val="AEDADA"/>
        </a:accent4>
        <a:accent5>
          <a:srgbClr val="B3D5EF"/>
        </a:accent5>
        <a:accent6>
          <a:srgbClr val="03D29B"/>
        </a:accent6>
        <a:hlink>
          <a:srgbClr val="FF3399"/>
        </a:hlink>
        <a:folHlink>
          <a:srgbClr val="8F5FD5"/>
        </a:folHlink>
      </a:clrScheme>
      <a:clrMap bg1="dk2" tx1="lt1" bg2="dk1" tx2="lt2" accent1="accent1" accent2="accent2" accent3="accent3" accent4="accent4" accent5="accent5" accent6="accent6" hlink="hlink" folHlink="folHlink"/>
    </a:extraClrScheme>
    <a:extraClrScheme>
      <a:clrScheme name="Салют 3">
        <a:dk1>
          <a:srgbClr val="9F237F"/>
        </a:dk1>
        <a:lt1>
          <a:srgbClr val="FFCC00"/>
        </a:lt1>
        <a:dk2>
          <a:srgbClr val="000000"/>
        </a:dk2>
        <a:lt2>
          <a:srgbClr val="FFFFFF"/>
        </a:lt2>
        <a:accent1>
          <a:srgbClr val="39A6DD"/>
        </a:accent1>
        <a:accent2>
          <a:srgbClr val="FF03E7"/>
        </a:accent2>
        <a:accent3>
          <a:srgbClr val="AAAAAA"/>
        </a:accent3>
        <a:accent4>
          <a:srgbClr val="DAAE00"/>
        </a:accent4>
        <a:accent5>
          <a:srgbClr val="AED0EB"/>
        </a:accent5>
        <a:accent6>
          <a:srgbClr val="E702D1"/>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Салют 4">
        <a:dk1>
          <a:srgbClr val="00603B"/>
        </a:dk1>
        <a:lt1>
          <a:srgbClr val="FFCC00"/>
        </a:lt1>
        <a:dk2>
          <a:srgbClr val="000000"/>
        </a:dk2>
        <a:lt2>
          <a:srgbClr val="FFFFFF"/>
        </a:lt2>
        <a:accent1>
          <a:srgbClr val="39A6DD"/>
        </a:accent1>
        <a:accent2>
          <a:srgbClr val="07FB18"/>
        </a:accent2>
        <a:accent3>
          <a:srgbClr val="AAAAAA"/>
        </a:accent3>
        <a:accent4>
          <a:srgbClr val="DAAE00"/>
        </a:accent4>
        <a:accent5>
          <a:srgbClr val="AED0EB"/>
        </a:accent5>
        <a:accent6>
          <a:srgbClr val="06E315"/>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Салют 5">
        <a:dk1>
          <a:srgbClr val="FF6600"/>
        </a:dk1>
        <a:lt1>
          <a:srgbClr val="FFFFFF"/>
        </a:lt1>
        <a:dk2>
          <a:srgbClr val="003366"/>
        </a:dk2>
        <a:lt2>
          <a:srgbClr val="FFFFFF"/>
        </a:lt2>
        <a:accent1>
          <a:srgbClr val="FF99FF"/>
        </a:accent1>
        <a:accent2>
          <a:srgbClr val="FFFF99"/>
        </a:accent2>
        <a:accent3>
          <a:srgbClr val="AAADB8"/>
        </a:accent3>
        <a:accent4>
          <a:srgbClr val="DADADA"/>
        </a:accent4>
        <a:accent5>
          <a:srgbClr val="FFCAFF"/>
        </a:accent5>
        <a:accent6>
          <a:srgbClr val="E7E78A"/>
        </a:accent6>
        <a:hlink>
          <a:srgbClr val="FF3399"/>
        </a:hlink>
        <a:folHlink>
          <a:srgbClr val="FF9966"/>
        </a:folHlink>
      </a:clrScheme>
      <a:clrMap bg1="dk2" tx1="lt1" bg2="dk1" tx2="lt2" accent1="accent1" accent2="accent2" accent3="accent3" accent4="accent4" accent5="accent5" accent6="accent6" hlink="hlink" folHlink="folHlink"/>
    </a:extraClrScheme>
    <a:extraClrScheme>
      <a:clrScheme name="Салют 6">
        <a:dk1>
          <a:srgbClr val="000000"/>
        </a:dk1>
        <a:lt1>
          <a:srgbClr val="FFFFFF"/>
        </a:lt1>
        <a:dk2>
          <a:srgbClr val="993366"/>
        </a:dk2>
        <a:lt2>
          <a:srgbClr val="CCFFFF"/>
        </a:lt2>
        <a:accent1>
          <a:srgbClr val="CCECFF"/>
        </a:accent1>
        <a:accent2>
          <a:srgbClr val="FFFF99"/>
        </a:accent2>
        <a:accent3>
          <a:srgbClr val="FFFFFF"/>
        </a:accent3>
        <a:accent4>
          <a:srgbClr val="000000"/>
        </a:accent4>
        <a:accent5>
          <a:srgbClr val="E2F4FF"/>
        </a:accent5>
        <a:accent6>
          <a:srgbClr val="E7E78A"/>
        </a:accent6>
        <a:hlink>
          <a:srgbClr val="FFCCFF"/>
        </a:hlink>
        <a:folHlink>
          <a:srgbClr val="FFCCCC"/>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
  <TotalTime>3654</TotalTime>
  <Words>3636</Words>
  <Application>Microsoft Office PowerPoint</Application>
  <PresentationFormat>Экран (4:3)</PresentationFormat>
  <Paragraphs>126</Paragraphs>
  <Slides>31</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3</vt:i4>
      </vt:variant>
      <vt:variant>
        <vt:lpstr>Заголовки слайдов</vt:lpstr>
      </vt:variant>
      <vt:variant>
        <vt:i4>31</vt:i4>
      </vt:variant>
    </vt:vector>
  </HeadingPairs>
  <TitlesOfParts>
    <vt:vector size="38" baseType="lpstr">
      <vt:lpstr>Arial</vt:lpstr>
      <vt:lpstr>Arial Black</vt:lpstr>
      <vt:lpstr>Times New Roman</vt:lpstr>
      <vt:lpstr>Wingdings</vt:lpstr>
      <vt:lpstr>Оформление по умолчанию</vt:lpstr>
      <vt:lpstr>План</vt:lpstr>
      <vt:lpstr>Салют</vt:lpstr>
      <vt:lpstr>Лекция 14</vt:lpstr>
      <vt:lpstr>Деревья классификации и их свойства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Валерия Муранова</dc:creator>
  <cp:lastModifiedBy>Lenovo Vivobook</cp:lastModifiedBy>
  <cp:revision>170</cp:revision>
  <dcterms:created xsi:type="dcterms:W3CDTF">1601-01-01T00:00:00Z</dcterms:created>
  <dcterms:modified xsi:type="dcterms:W3CDTF">2026-03-24T15:26:57Z</dcterms:modified>
</cp:coreProperties>
</file>